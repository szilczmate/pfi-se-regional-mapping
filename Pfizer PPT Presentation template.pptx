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05" r:id="rId4"/>
    <p:sldMasterId id="2147483760" r:id="rId5"/>
    <p:sldMasterId id="2147483757" r:id="rId6"/>
    <p:sldMasterId id="2147483767" r:id="rId7"/>
    <p:sldMasterId id="2147483764" r:id="rId8"/>
    <p:sldMasterId id="2147483731" r:id="rId9"/>
    <p:sldMasterId id="2147483758" r:id="rId10"/>
  </p:sldMasterIdLst>
  <p:notesMasterIdLst>
    <p:notesMasterId r:id="rId24"/>
  </p:notesMasterIdLst>
  <p:sldIdLst>
    <p:sldId id="2147472798" r:id="rId11"/>
    <p:sldId id="2147472761" r:id="rId12"/>
    <p:sldId id="2147472760" r:id="rId13"/>
    <p:sldId id="2147472743" r:id="rId14"/>
    <p:sldId id="2147472745" r:id="rId15"/>
    <p:sldId id="2147472762" r:id="rId16"/>
    <p:sldId id="263" r:id="rId17"/>
    <p:sldId id="2147472773" r:id="rId18"/>
    <p:sldId id="2147472795" r:id="rId19"/>
    <p:sldId id="2147472796" r:id="rId20"/>
    <p:sldId id="2147472774" r:id="rId21"/>
    <p:sldId id="288" r:id="rId22"/>
    <p:sldId id="2147472756" r:id="rId23"/>
  </p:sldIdLst>
  <p:sldSz cx="12192000" cy="6858000"/>
  <p:notesSz cx="6858000" cy="9144000"/>
  <p:embeddedFontLst>
    <p:embeddedFont>
      <p:font typeface="Pfizer Diatype Office" panose="020B0504040202060203" pitchFamily="34" charset="0"/>
      <p:regular r:id="rId25"/>
      <p:bold r:id="rId26"/>
      <p:italic r:id="rId27"/>
      <p:boldItalic r:id="rId28"/>
    </p:embeddedFont>
    <p:embeddedFont>
      <p:font typeface="Pfizer Diatype Office Light" panose="020B0404040202060203" pitchFamily="34" charset="0"/>
      <p:regular r:id="rId29"/>
      <p:italic r:id="rId30"/>
    </p:embeddedFont>
    <p:embeddedFont>
      <p:font typeface="Pfizer Tomorrow" panose="02010503040201060303" pitchFamily="50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52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041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56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08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2599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12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9964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16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73BE28-8D19-F2FE-088D-6A4540B1309E}" name="Ariel Wakasa Gonzalez" initials="AW" userId="S::ariwakas@publicisgroupe.net::3c873ce8-fe15-42dd-abd1-2e919fcc12d3" providerId="AD"/>
  <p188:author id="{1CE01740-2ADB-2B03-9766-DB977A3F8064}" name="Nicolas Palacio" initials="" userId="S::nictruji@publicisgroupe.net::6b9c81d5-eefc-4f77-94c0-9794592403f1" providerId="AD"/>
  <p188:author id="{186C9C92-2E87-B9DD-9740-78D5A8E7E5C0}" name="Lora Lukin" initials="" userId="S::lorlukin@publicisgroupe.net::0bfd6fb1-7171-4261-ade9-d004004e160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8BFF"/>
    <a:srgbClr val="189988"/>
    <a:srgbClr val="AD88FE"/>
    <a:srgbClr val="0000CA"/>
    <a:srgbClr val="02005E"/>
    <a:srgbClr val="BDE7FF"/>
    <a:srgbClr val="0098FF"/>
    <a:srgbClr val="179A89"/>
    <a:srgbClr val="0095FF"/>
    <a:srgbClr val="2031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font" Target="fonts/font2.fntdata"/><Relationship Id="rId39" Type="http://schemas.microsoft.com/office/2018/10/relationships/authors" Target="authors.xml"/><Relationship Id="rId21" Type="http://schemas.openxmlformats.org/officeDocument/2006/relationships/slide" Target="slides/slide11.xml"/><Relationship Id="rId34" Type="http://schemas.openxmlformats.org/officeDocument/2006/relationships/font" Target="fonts/font10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24282406141505442"/>
          <c:y val="0.515847797739938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rgbClr val="0000CA"/>
              </a:solidFill>
              <a:latin typeface="Pfizer Tomorrow" panose="02010503040201060303" pitchFamily="2" charset="77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 80%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A87-F14A-9EB8-1D6688CE6AF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A87-F14A-9EB8-1D6688CE6AF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A87-F14A-9EB8-1D6688CE6AF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A87-F14A-9EB8-1D6688CE6AF1}"/>
              </c:ext>
            </c:extLst>
          </c:dPt>
          <c:cat>
            <c:strRef>
              <c:f>Sheet1!$A$2:$A$5</c:f>
              <c:strCache>
                <c:ptCount val="4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  <c:pt idx="3">
                  <c:v>Text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0A-F446-BB14-776BAE807A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696438555572774"/>
          <c:y val="0.4176788970259821"/>
          <c:w val="0.1705477482840716"/>
          <c:h val="0.363155773955622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rgbClr val="0000CA"/>
                </a:solidFill>
                <a:latin typeface="Pfizer Tomorrow" panose="02010503040201060303" pitchFamily="2" charset="77"/>
                <a:ea typeface="+mn-ea"/>
                <a:cs typeface="+mn-cs"/>
              </a:defRPr>
            </a:pPr>
            <a:r>
              <a:rPr lang="en-US" sz="2400"/>
              <a:t>Data 70%</a:t>
            </a:r>
          </a:p>
        </c:rich>
      </c:tx>
      <c:layout>
        <c:manualLayout>
          <c:xMode val="edge"/>
          <c:yMode val="edge"/>
          <c:x val="0.24956701728267378"/>
          <c:y val="0.515847797739938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rgbClr val="0000CA"/>
              </a:solidFill>
              <a:latin typeface="Pfizer Tomorrow" panose="02010503040201060303" pitchFamily="2" charset="77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 70%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6CD-5246-A543-4A9494D10DA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6CD-5246-A543-4A9494D10DA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6CD-5246-A543-4A9494D10DA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6CD-5246-A543-4A9494D10DA5}"/>
              </c:ext>
            </c:extLst>
          </c:dPt>
          <c:cat>
            <c:strRef>
              <c:f>Sheet1!$A$2:$A$5</c:f>
              <c:strCache>
                <c:ptCount val="3"/>
                <c:pt idx="0">
                  <c:v>Text</c:v>
                </c:pt>
                <c:pt idx="1">
                  <c:v>Text</c:v>
                </c:pt>
                <c:pt idx="2">
                  <c:v>Text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6.2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0A-F446-BB14-776BAE807A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696438555572774"/>
          <c:y val="0.4176788970259821"/>
          <c:w val="0.1705477482840716"/>
          <c:h val="0.363155773955622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rgbClr val="0000CA"/>
                </a:solidFill>
                <a:latin typeface="Pfizer Tomorrow" panose="02010503040201060303" pitchFamily="2" charset="77"/>
                <a:ea typeface="+mn-ea"/>
                <a:cs typeface="+mn-cs"/>
              </a:defRPr>
            </a:pPr>
            <a:r>
              <a:rPr lang="en-US" sz="2400"/>
              <a:t>Data 80%</a:t>
            </a:r>
          </a:p>
        </c:rich>
      </c:tx>
      <c:layout>
        <c:manualLayout>
          <c:xMode val="edge"/>
          <c:yMode val="edge"/>
          <c:x val="0.26136719005100756"/>
          <c:y val="0.515847797739938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rgbClr val="0000CA"/>
              </a:solidFill>
              <a:latin typeface="Pfizer Tomorrow" panose="02010503040201060303" pitchFamily="2" charset="77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 40%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72-E54A-9E56-11F24759AE6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72-E54A-9E56-11F24759AE6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D72-E54A-9E56-11F24759AE6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D72-E54A-9E56-11F24759AE6A}"/>
              </c:ext>
            </c:extLst>
          </c:dPt>
          <c:cat>
            <c:strRef>
              <c:f>Sheet1!$A$2:$A$5</c:f>
              <c:strCache>
                <c:ptCount val="2"/>
                <c:pt idx="0">
                  <c:v>Text</c:v>
                </c:pt>
                <c:pt idx="1">
                  <c:v>Text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D72-E54A-9E56-11F24759A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696438555572774"/>
          <c:y val="0.4176788970259821"/>
          <c:w val="0.1705477482840716"/>
          <c:h val="0.363155773955622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AD8BF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D8B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69F-7841-B3CA-647F8A35C345}"/>
              </c:ext>
            </c:extLst>
          </c:dPt>
          <c:dPt>
            <c:idx val="1"/>
            <c:invertIfNegative val="0"/>
            <c:bubble3D val="0"/>
            <c:spPr>
              <a:solidFill>
                <a:srgbClr val="AD8B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69F-7841-B3CA-647F8A35C345}"/>
              </c:ext>
            </c:extLst>
          </c:dPt>
          <c:dPt>
            <c:idx val="2"/>
            <c:invertIfNegative val="0"/>
            <c:bubble3D val="0"/>
            <c:spPr>
              <a:solidFill>
                <a:srgbClr val="AD8B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69F-7841-B3CA-647F8A35C345}"/>
              </c:ext>
            </c:extLst>
          </c:dPt>
          <c:dPt>
            <c:idx val="3"/>
            <c:invertIfNegative val="0"/>
            <c:bubble3D val="0"/>
            <c:spPr>
              <a:solidFill>
                <a:srgbClr val="AD8B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669F-7841-B3CA-647F8A35C345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1F-5740-97CF-A5898CA774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1F-5740-97CF-A5898CA774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0000CA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1F-5740-97CF-A5898CA774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3"/>
        <c:overlap val="-27"/>
        <c:axId val="1285627680"/>
        <c:axId val="62398032"/>
      </c:barChart>
      <c:catAx>
        <c:axId val="12856276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fizer Diatype" panose="020B0504040202060203" pitchFamily="34" charset="77"/>
                <a:ea typeface="+mn-ea"/>
                <a:cs typeface="+mn-cs"/>
              </a:defRPr>
            </a:pPr>
            <a:endParaRPr lang="en-US"/>
          </a:p>
        </c:txPr>
        <c:crossAx val="62398032"/>
        <c:crosses val="autoZero"/>
        <c:auto val="1"/>
        <c:lblAlgn val="ctr"/>
        <c:lblOffset val="100"/>
        <c:noMultiLvlLbl val="0"/>
      </c:catAx>
      <c:valAx>
        <c:axId val="62398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627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0098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E83A-264C-B9D7-B20C79D734E0}"/>
              </c:ext>
            </c:extLst>
          </c:dPt>
          <c:dPt>
            <c:idx val="1"/>
            <c:bubble3D val="0"/>
            <c:spPr>
              <a:solidFill>
                <a:srgbClr val="189988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83A-264C-B9D7-B20C79D734E0}"/>
              </c:ext>
            </c:extLst>
          </c:dPt>
          <c:dPt>
            <c:idx val="2"/>
            <c:bubble3D val="0"/>
            <c:spPr>
              <a:solidFill>
                <a:srgbClr val="02005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83A-264C-B9D7-B20C79D734E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6AF-CF46-8891-74AD4FF54E6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Pfizer Diatype" panose="020B050404020206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0.62</c:v>
                </c:pt>
                <c:pt idx="1">
                  <c:v>0.32</c:v>
                </c:pt>
                <c:pt idx="2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3A-264C-B9D7-B20C79D734E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fizer Diatype" panose="020B0504040202060203" pitchFamily="34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fizer Diatype Office" panose="020B0504040202060203" pitchFamily="34" charset="77"/>
              </a:defRPr>
            </a:lvl1pPr>
          </a:lstStyle>
          <a:p>
            <a:fld id="{C49B1140-0205-FC4B-8969-D21916B4B80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fizer Diatype Office" panose="020B0504040202060203" pitchFamily="34" charset="77"/>
              </a:defRPr>
            </a:lvl1pPr>
          </a:lstStyle>
          <a:p>
            <a:fld id="{A66EB0F6-0CBB-6A4E-B00F-31FF6D66F0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77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52" rtl="0" eaLnBrk="1" latinLnBrk="0" hangingPunct="1">
      <a:defRPr sz="1200" b="0" i="0" kern="1200">
        <a:solidFill>
          <a:schemeClr val="tx1"/>
        </a:solidFill>
        <a:latin typeface="Pfizer Diatype Office" panose="020B0504040202060203" pitchFamily="34" charset="77"/>
        <a:ea typeface="+mn-ea"/>
        <a:cs typeface="+mn-cs"/>
      </a:defRPr>
    </a:lvl1pPr>
    <a:lvl2pPr marL="456928" algn="l" defTabSz="913852" rtl="0" eaLnBrk="1" latinLnBrk="0" hangingPunct="1">
      <a:defRPr sz="1200" b="0" i="0" kern="1200">
        <a:solidFill>
          <a:schemeClr val="tx1"/>
        </a:solidFill>
        <a:latin typeface="Pfizer Diatype Office" panose="020B0504040202060203" pitchFamily="34" charset="77"/>
        <a:ea typeface="+mn-ea"/>
        <a:cs typeface="+mn-cs"/>
      </a:defRPr>
    </a:lvl2pPr>
    <a:lvl3pPr marL="913852" algn="l" defTabSz="913852" rtl="0" eaLnBrk="1" latinLnBrk="0" hangingPunct="1">
      <a:defRPr sz="1200" b="0" i="0" kern="1200">
        <a:solidFill>
          <a:schemeClr val="tx1"/>
        </a:solidFill>
        <a:latin typeface="Pfizer Diatype Office" panose="020B0504040202060203" pitchFamily="34" charset="77"/>
        <a:ea typeface="+mn-ea"/>
        <a:cs typeface="+mn-cs"/>
      </a:defRPr>
    </a:lvl3pPr>
    <a:lvl4pPr marL="1370776" algn="l" defTabSz="913852" rtl="0" eaLnBrk="1" latinLnBrk="0" hangingPunct="1">
      <a:defRPr sz="1200" b="0" i="0" kern="1200">
        <a:solidFill>
          <a:schemeClr val="tx1"/>
        </a:solidFill>
        <a:latin typeface="Pfizer Diatype Office" panose="020B0504040202060203" pitchFamily="34" charset="77"/>
        <a:ea typeface="+mn-ea"/>
        <a:cs typeface="+mn-cs"/>
      </a:defRPr>
    </a:lvl4pPr>
    <a:lvl5pPr marL="1827704" algn="l" defTabSz="913852" rtl="0" eaLnBrk="1" latinLnBrk="0" hangingPunct="1">
      <a:defRPr sz="1200" b="0" i="0" kern="1200">
        <a:solidFill>
          <a:schemeClr val="tx1"/>
        </a:solidFill>
        <a:latin typeface="Pfizer Diatype Office" panose="020B0504040202060203" pitchFamily="34" charset="77"/>
        <a:ea typeface="+mn-ea"/>
        <a:cs typeface="+mn-cs"/>
      </a:defRPr>
    </a:lvl5pPr>
    <a:lvl6pPr marL="2284628" algn="l" defTabSz="9138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553" algn="l" defTabSz="9138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480" algn="l" defTabSz="9138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407" algn="l" defTabSz="9138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D884F4-659B-441F-45EE-F923C221E5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982" y="5762143"/>
            <a:ext cx="1443897" cy="589314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4B97BE01-F0D5-3584-357C-76DC10137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98" y="648878"/>
            <a:ext cx="9186800" cy="2436565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688C328-0B4B-58D0-9900-6682D7CF3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097" y="3226917"/>
            <a:ext cx="4871840" cy="1349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431BDA7-408E-5430-44C0-841A25EDB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5179" y="5953479"/>
            <a:ext cx="4871840" cy="4220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20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A75169-BD02-C8C2-7994-26CD0B402F72}"/>
              </a:ext>
            </a:extLst>
          </p:cNvPr>
          <p:cNvSpPr txBox="1"/>
          <p:nvPr userDrawn="1"/>
        </p:nvSpPr>
        <p:spPr>
          <a:xfrm>
            <a:off x="932122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87771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with Image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7BB5660-0ACC-420C-FE42-E4567F70BF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D884F4-659B-441F-45EE-F923C221E5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982" y="5762143"/>
            <a:ext cx="1443897" cy="589314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431BDA7-408E-5430-44C0-841A25EDB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5179" y="5953479"/>
            <a:ext cx="4871840" cy="4220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20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DB4DEE37-4C57-A98E-FC92-AA751D7B20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98" y="648878"/>
            <a:ext cx="9186800" cy="2436565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1666A8F-937A-95F5-09E9-A7E0813E85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097" y="3226917"/>
            <a:ext cx="4871840" cy="1349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F6DA5-17F8-F45E-C899-C9DDB8A0FCF8}"/>
              </a:ext>
            </a:extLst>
          </p:cNvPr>
          <p:cNvSpPr txBox="1"/>
          <p:nvPr userDrawn="1"/>
        </p:nvSpPr>
        <p:spPr>
          <a:xfrm>
            <a:off x="932122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0940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with Ligh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7BB5660-0ACC-420C-FE42-E4567F70BF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431BDA7-408E-5430-44C0-841A25EDB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5179" y="5953479"/>
            <a:ext cx="4871840" cy="4220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2000" b="0" i="0" kern="1200" spc="-50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931F2-C551-2AD4-7B6A-9581E8942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5761669"/>
            <a:ext cx="1442647" cy="589788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47779D81-C5B7-9D06-E85C-734849E79E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98" y="648878"/>
            <a:ext cx="9186800" cy="2436565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rgbClr val="0000CA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CB0D16B-5D71-98DD-1BB3-47FCB31844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097" y="3226917"/>
            <a:ext cx="4871840" cy="1349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spc="-50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C1915-A948-27F3-421D-7A432528F01F}"/>
              </a:ext>
            </a:extLst>
          </p:cNvPr>
          <p:cNvSpPr txBox="1"/>
          <p:nvPr userDrawn="1"/>
        </p:nvSpPr>
        <p:spPr>
          <a:xfrm>
            <a:off x="932122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094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with Hel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5B36C6-7A31-C0B7-00BF-79489D20AC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24592" y="2292711"/>
            <a:ext cx="9885663" cy="4603388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431BDA7-408E-5430-44C0-841A25EDB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5179" y="5953479"/>
            <a:ext cx="4871840" cy="4220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2000" b="0" i="0" kern="1200" spc="-50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931F2-C551-2AD4-7B6A-9581E89422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5761669"/>
            <a:ext cx="1442647" cy="589788"/>
          </a:xfrm>
          <a:prstGeom prst="rect">
            <a:avLst/>
          </a:prstGeom>
        </p:spPr>
      </p:pic>
      <p:sp>
        <p:nvSpPr>
          <p:cNvPr id="2" name="Title 6">
            <a:extLst>
              <a:ext uri="{FF2B5EF4-FFF2-40B4-BE49-F238E27FC236}">
                <a16:creationId xmlns:a16="http://schemas.microsoft.com/office/drawing/2014/main" id="{F8EAB0D2-5E3C-D715-5795-DDDA0402A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98" y="648878"/>
            <a:ext cx="9186800" cy="2436565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rgbClr val="0000CA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43D5313-585F-7759-4B50-E0558D95C8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097" y="3226917"/>
            <a:ext cx="4871840" cy="1349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spc="-50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F3C86-FF85-B6E6-637E-F327D7A73791}"/>
              </a:ext>
            </a:extLst>
          </p:cNvPr>
          <p:cNvSpPr txBox="1"/>
          <p:nvPr userDrawn="1"/>
        </p:nvSpPr>
        <p:spPr>
          <a:xfrm>
            <a:off x="932122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7617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lue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124F571-6FC4-F49D-EACA-C6A78832D0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84" y="615426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91BD0C0B-A98D-5936-804D-A5476E8CF1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38834" y="6515101"/>
            <a:ext cx="1143536" cy="1538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EA907-6F56-E6DB-B767-45FE06E496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6408420"/>
            <a:ext cx="728130" cy="2971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D7A029-15D9-FE7B-FD83-A16805E7FA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887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ight Blue">
    <p:bg>
      <p:bgPr>
        <a:solidFill>
          <a:srgbClr val="BD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84" y="615426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71507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Uni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B14E41-4A21-621A-50D1-42254C93A3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014"/>
          <a:stretch/>
        </p:blipFill>
        <p:spPr>
          <a:xfrm>
            <a:off x="8117334" y="0"/>
            <a:ext cx="4116603" cy="685800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E5DBBA62-D904-006E-B801-C7D605941C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84" y="615426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0037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Unit Sec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205D67-596F-1000-A274-5C63C254CD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E5DBBA62-D904-006E-B801-C7D605941C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84" y="615426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9A1C1D-865C-2E18-A343-440416C9C6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8033"/>
            <a:ext cx="728130" cy="29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9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D7E2B1-793C-339F-DC80-26B6E30CEE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5694" y="648609"/>
            <a:ext cx="5753144" cy="44807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2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22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22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22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2200" b="0" i="0" kern="1200" spc="-50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ED763F9-86FB-50D0-2494-390619CE8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157" y="1043047"/>
            <a:ext cx="3154745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25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b="0" kern="1200" spc="-25" dirty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</p:spTree>
    <p:extLst>
      <p:ext uri="{BB962C8B-B14F-4D97-AF65-F5344CB8AC3E}">
        <p14:creationId xmlns:p14="http://schemas.microsoft.com/office/powerpoint/2010/main" val="301390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D7E2B1-793C-339F-DC80-26B6E30CEE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5694" y="648609"/>
            <a:ext cx="7645992" cy="4480719"/>
          </a:xfrm>
          <a:prstGeom prst="rect">
            <a:avLst/>
          </a:prstGeom>
        </p:spPr>
        <p:txBody>
          <a:bodyPr numCol="2" spcCol="914400"/>
          <a:lstStyle>
            <a:lvl1pPr marL="0" indent="0">
              <a:buNone/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800" b="0" i="0" kern="1200" spc="-50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ED763F9-86FB-50D0-2494-390619CE8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157" y="1043047"/>
            <a:ext cx="3154745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25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b="0" kern="1200" spc="-25" dirty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</p:spTree>
    <p:extLst>
      <p:ext uri="{BB962C8B-B14F-4D97-AF65-F5344CB8AC3E}">
        <p14:creationId xmlns:p14="http://schemas.microsoft.com/office/powerpoint/2010/main" val="199065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D7E2B1-793C-339F-DC80-26B6E30CEE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6232" y="648609"/>
            <a:ext cx="7734771" cy="5523591"/>
          </a:xfrm>
          <a:prstGeom prst="rect">
            <a:avLst/>
          </a:prstGeom>
        </p:spPr>
        <p:txBody>
          <a:bodyPr numCol="3" spcCol="914400"/>
          <a:lstStyle>
            <a:lvl1pPr marL="0" indent="0">
              <a:buNone/>
              <a:defRPr lang="en-US" sz="165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5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65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65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5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ED763F9-86FB-50D0-2494-390619CE8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157" y="1043047"/>
            <a:ext cx="3154745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25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b="0" kern="1200" spc="-25" dirty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</p:spTree>
    <p:extLst>
      <p:ext uri="{BB962C8B-B14F-4D97-AF65-F5344CB8AC3E}">
        <p14:creationId xmlns:p14="http://schemas.microsoft.com/office/powerpoint/2010/main" val="2518285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D7E2B1-793C-339F-DC80-26B6E30CEE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5694" y="648609"/>
            <a:ext cx="7645992" cy="4480719"/>
          </a:xfrm>
          <a:prstGeom prst="rect">
            <a:avLst/>
          </a:prstGeom>
        </p:spPr>
        <p:txBody>
          <a:bodyPr numCol="2" spcCol="914400"/>
          <a:lstStyle>
            <a:lvl1pPr marL="285679" indent="-285679">
              <a:buFont typeface="Arial" panose="020B0604020202020204" pitchFamily="34" charset="0"/>
              <a:buChar char="•"/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800" b="0" i="0" kern="1200" spc="-50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ED763F9-86FB-50D0-2494-390619CE8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157" y="1043047"/>
            <a:ext cx="3154745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25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b="0" kern="1200" spc="-25" dirty="0" smtClean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b="0" kern="1200" spc="-25" dirty="0">
                <a:solidFill>
                  <a:srgbClr val="0000CA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</p:spTree>
    <p:extLst>
      <p:ext uri="{BB962C8B-B14F-4D97-AF65-F5344CB8AC3E}">
        <p14:creationId xmlns:p14="http://schemas.microsoft.com/office/powerpoint/2010/main" val="2779876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9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D7E2B1-793C-339F-DC80-26B6E30CEE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247" y="1344759"/>
            <a:ext cx="3427224" cy="44807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600" b="0" i="0" kern="1200" spc="-50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1533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9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D7E2B1-793C-339F-DC80-26B6E30CEE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247" y="1344759"/>
            <a:ext cx="3427224" cy="44807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600" b="0" i="0" kern="1200" spc="-50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82FA4958-90B2-CE63-F910-55E115CEFBF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07116" y="685800"/>
            <a:ext cx="6274570" cy="54864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25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9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82FA4958-90B2-CE63-F910-55E115CEFBF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68651" y="2156614"/>
            <a:ext cx="3626641" cy="318482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8DC1310-20A2-AB9D-049B-21570496E6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247" y="1344759"/>
            <a:ext cx="8149871" cy="553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hart Placeholder 2">
            <a:extLst>
              <a:ext uri="{FF2B5EF4-FFF2-40B4-BE49-F238E27FC236}">
                <a16:creationId xmlns:a16="http://schemas.microsoft.com/office/drawing/2014/main" id="{2FB050F9-8DD3-9C2C-8D80-574DD369AE2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285636" y="2156614"/>
            <a:ext cx="3626641" cy="318482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10" name="Chart Placeholder 2">
            <a:extLst>
              <a:ext uri="{FF2B5EF4-FFF2-40B4-BE49-F238E27FC236}">
                <a16:creationId xmlns:a16="http://schemas.microsoft.com/office/drawing/2014/main" id="{097125FD-7E79-12F7-B732-3F97A29C697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002622" y="2156614"/>
            <a:ext cx="3626641" cy="318482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2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4A457A2E-6AEE-943E-26A4-1C087EE7F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D53EA6-91B3-B6ED-269F-9F9A5A4F1543}"/>
              </a:ext>
            </a:extLst>
          </p:cNvPr>
          <p:cNvSpPr/>
          <p:nvPr userDrawn="1"/>
        </p:nvSpPr>
        <p:spPr>
          <a:xfrm>
            <a:off x="614625" y="1600200"/>
            <a:ext cx="2098535" cy="4125650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1B32C02-7C77-7641-02DF-7E6E84F87948}"/>
              </a:ext>
            </a:extLst>
          </p:cNvPr>
          <p:cNvSpPr/>
          <p:nvPr userDrawn="1"/>
        </p:nvSpPr>
        <p:spPr>
          <a:xfrm>
            <a:off x="2829544" y="1600200"/>
            <a:ext cx="2098535" cy="4125650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C8A16A-A534-05DF-3089-5C0A4D509288}"/>
              </a:ext>
            </a:extLst>
          </p:cNvPr>
          <p:cNvSpPr/>
          <p:nvPr userDrawn="1"/>
        </p:nvSpPr>
        <p:spPr>
          <a:xfrm>
            <a:off x="5044464" y="1600200"/>
            <a:ext cx="2098535" cy="4125650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94F59B-16FF-911B-E2AB-49612831AA11}"/>
              </a:ext>
            </a:extLst>
          </p:cNvPr>
          <p:cNvSpPr/>
          <p:nvPr userDrawn="1"/>
        </p:nvSpPr>
        <p:spPr>
          <a:xfrm>
            <a:off x="7259383" y="1600200"/>
            <a:ext cx="2098535" cy="4125650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36257E-1703-F446-10FD-DAFEF9C1731B}"/>
              </a:ext>
            </a:extLst>
          </p:cNvPr>
          <p:cNvSpPr/>
          <p:nvPr userDrawn="1"/>
        </p:nvSpPr>
        <p:spPr>
          <a:xfrm>
            <a:off x="9503557" y="1600200"/>
            <a:ext cx="2098535" cy="4125650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B7B1E0D-05DE-3D0D-5A58-B0B08AEB1871}"/>
              </a:ext>
            </a:extLst>
          </p:cNvPr>
          <p:cNvSpPr txBox="1">
            <a:spLocks/>
          </p:cNvSpPr>
          <p:nvPr userDrawn="1"/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1"/>
                </a:solidFill>
                <a:latin typeface="Pfizer Diatype Medium" panose="020B0504040202060203" pitchFamily="34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39012A-6F33-204B-8224-A57BEFB0AAD0}" type="slidenum">
              <a:rPr lang="en-US" sz="700" b="1" i="0" smtClean="0">
                <a:latin typeface="Pfizer Diatype Office" panose="020B0504040202060203" pitchFamily="34" charset="77"/>
              </a:rPr>
              <a:pPr/>
              <a:t>‹#›</a:t>
            </a:fld>
            <a:endParaRPr lang="en-US" sz="700" b="1" i="0">
              <a:latin typeface="Pfizer Diatype Office" panose="020B0504040202060203" pitchFamily="34" charset="77"/>
            </a:endParaRP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443CB24-4334-C4FC-0E67-D4AB22912F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412" y="1750817"/>
            <a:ext cx="1837755" cy="161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233FC7-23FB-E54C-3249-87FD6EF44B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0909" y="1912657"/>
            <a:ext cx="1837755" cy="305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046C3915-7EEC-AD61-84D9-B0F21A7F40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0909" y="2436467"/>
            <a:ext cx="1837755" cy="2821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D40CC42D-F686-6BA3-A384-D2A6387FA1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2816" y="1750817"/>
            <a:ext cx="1837755" cy="161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1F70248A-4A7B-C4B1-ACCB-81D7DCC6F9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64312" y="1912657"/>
            <a:ext cx="1837755" cy="305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80DEA8E-0513-6F8C-C393-B7D0A7DE58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64312" y="2436467"/>
            <a:ext cx="1837755" cy="2821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79177C4-8512-A58C-3DE9-B16551A618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91619" y="1750817"/>
            <a:ext cx="1837755" cy="161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3930330C-ED1C-802D-3794-40CE6FC347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83116" y="1912657"/>
            <a:ext cx="1837755" cy="305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24F8970-84F0-E252-CC21-1F64457C70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16" y="2436467"/>
            <a:ext cx="1837755" cy="2821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ACC2CFC-DBD1-C32A-5CB2-E5180FC39D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10423" y="1750817"/>
            <a:ext cx="1837755" cy="161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850F291-294B-E107-27A4-98BE3833FD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01920" y="1912657"/>
            <a:ext cx="1837755" cy="305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DA3ECA4A-7DD2-790F-B38D-EA2D4F7C502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1920" y="2436467"/>
            <a:ext cx="1837755" cy="2821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F6529C93-D17D-2B51-5BC5-B297908CB1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51527" y="1750817"/>
            <a:ext cx="1837755" cy="161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330945C6-4CB1-E470-5372-945DFC073A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43023" y="1912657"/>
            <a:ext cx="1837755" cy="305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D89B8D6B-2541-4E16-68F8-E5888BD350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43023" y="2436467"/>
            <a:ext cx="1837755" cy="2821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63627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C05D17C-DEAE-7724-2AC9-1A63A290B510}"/>
              </a:ext>
            </a:extLst>
          </p:cNvPr>
          <p:cNvGrpSpPr/>
          <p:nvPr userDrawn="1"/>
        </p:nvGrpSpPr>
        <p:grpSpPr>
          <a:xfrm>
            <a:off x="606004" y="1501332"/>
            <a:ext cx="2610938" cy="4283242"/>
            <a:chOff x="1212167" y="7796463"/>
            <a:chExt cx="4206238" cy="8566483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7C4B856E-DE77-1F05-F6C4-30D0EB8B9D7C}"/>
                </a:ext>
              </a:extLst>
            </p:cNvPr>
            <p:cNvSpPr/>
            <p:nvPr/>
          </p:nvSpPr>
          <p:spPr>
            <a:xfrm>
              <a:off x="1220788" y="7796463"/>
              <a:ext cx="4197617" cy="8566483"/>
            </a:xfrm>
            <a:prstGeom prst="roundRect">
              <a:avLst>
                <a:gd name="adj" fmla="val 6397"/>
              </a:avLst>
            </a:prstGeom>
            <a:solidFill>
              <a:srgbClr val="0098FF">
                <a:alpha val="10000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  <p:sp>
          <p:nvSpPr>
            <p:cNvPr id="20" name="Round Same Side Corner Rectangle 19">
              <a:extLst>
                <a:ext uri="{FF2B5EF4-FFF2-40B4-BE49-F238E27FC236}">
                  <a16:creationId xmlns:a16="http://schemas.microsoft.com/office/drawing/2014/main" id="{A5EB5ED4-79BD-E23D-AE38-9E1463CC90C2}"/>
                </a:ext>
              </a:extLst>
            </p:cNvPr>
            <p:cNvSpPr/>
            <p:nvPr/>
          </p:nvSpPr>
          <p:spPr>
            <a:xfrm>
              <a:off x="1212167" y="7796463"/>
              <a:ext cx="4197617" cy="923331"/>
            </a:xfrm>
            <a:prstGeom prst="round2SameRect">
              <a:avLst>
                <a:gd name="adj1" fmla="val 29698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4A457A2E-6AEE-943E-26A4-1C087EE7F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B7B1E0D-05DE-3D0D-5A58-B0B08AEB1871}"/>
              </a:ext>
            </a:extLst>
          </p:cNvPr>
          <p:cNvSpPr txBox="1">
            <a:spLocks/>
          </p:cNvSpPr>
          <p:nvPr userDrawn="1"/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1"/>
                </a:solidFill>
                <a:latin typeface="Pfizer Diatype Medium" panose="020B0504040202060203" pitchFamily="34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39012A-6F33-204B-8224-A57BEFB0AAD0}" type="slidenum">
              <a:rPr lang="en-US" sz="700" b="1" i="0" smtClean="0">
                <a:latin typeface="Pfizer Diatype Office" panose="020B0504040202060203" pitchFamily="34" charset="77"/>
              </a:rPr>
              <a:pPr/>
              <a:t>‹#›</a:t>
            </a:fld>
            <a:endParaRPr lang="en-US" sz="700" b="1" i="0">
              <a:latin typeface="Pfizer Diatype Office" panose="020B0504040202060203" pitchFamily="34" charset="77"/>
            </a:endParaRP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3930330C-ED1C-802D-3794-40CE6FC347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2514" y="1618360"/>
            <a:ext cx="2352589" cy="29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24F8970-84F0-E252-CC21-1F64457C70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4272" y="2090391"/>
            <a:ext cx="2316205" cy="6155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3B12CC34-81B1-8461-6DCE-5F8414C351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272" y="4768276"/>
            <a:ext cx="2316205" cy="8618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B1D67C4F-DE77-01FF-BEBD-A427C15597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2514" y="2950772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ACE3369D-29C3-51FB-92F3-6405B1B31D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14" y="4557503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3CD5AA2-A503-219C-F707-C2F01E8C37CE}"/>
              </a:ext>
            </a:extLst>
          </p:cNvPr>
          <p:cNvGrpSpPr/>
          <p:nvPr userDrawn="1"/>
        </p:nvGrpSpPr>
        <p:grpSpPr>
          <a:xfrm>
            <a:off x="3395689" y="1501332"/>
            <a:ext cx="2610938" cy="4283242"/>
            <a:chOff x="1212167" y="7796463"/>
            <a:chExt cx="4206238" cy="8566483"/>
          </a:xfrm>
        </p:grpSpPr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3F196C5A-74EE-1F93-5207-DCA4F4BC07B4}"/>
                </a:ext>
              </a:extLst>
            </p:cNvPr>
            <p:cNvSpPr/>
            <p:nvPr/>
          </p:nvSpPr>
          <p:spPr>
            <a:xfrm>
              <a:off x="1220788" y="7796463"/>
              <a:ext cx="4197617" cy="8566483"/>
            </a:xfrm>
            <a:prstGeom prst="roundRect">
              <a:avLst>
                <a:gd name="adj" fmla="val 6397"/>
              </a:avLst>
            </a:prstGeom>
            <a:solidFill>
              <a:srgbClr val="0098FF">
                <a:alpha val="10000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  <p:sp>
          <p:nvSpPr>
            <p:cNvPr id="48" name="Round Same Side Corner Rectangle 47">
              <a:extLst>
                <a:ext uri="{FF2B5EF4-FFF2-40B4-BE49-F238E27FC236}">
                  <a16:creationId xmlns:a16="http://schemas.microsoft.com/office/drawing/2014/main" id="{026A9F26-5A96-8514-034C-9440BDDC2BC7}"/>
                </a:ext>
              </a:extLst>
            </p:cNvPr>
            <p:cNvSpPr/>
            <p:nvPr/>
          </p:nvSpPr>
          <p:spPr>
            <a:xfrm>
              <a:off x="1212167" y="7796463"/>
              <a:ext cx="4197617" cy="923331"/>
            </a:xfrm>
            <a:prstGeom prst="round2SameRect">
              <a:avLst>
                <a:gd name="adj1" fmla="val 29698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C766ABA-CEC9-C4BC-CDDD-9E1AFA2A0E51}"/>
              </a:ext>
            </a:extLst>
          </p:cNvPr>
          <p:cNvGrpSpPr/>
          <p:nvPr userDrawn="1"/>
        </p:nvGrpSpPr>
        <p:grpSpPr>
          <a:xfrm>
            <a:off x="6185374" y="1501332"/>
            <a:ext cx="2610938" cy="4283242"/>
            <a:chOff x="1212167" y="7796463"/>
            <a:chExt cx="4206238" cy="8566483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1815AB79-9CB3-D383-8F2E-F9DB109DA656}"/>
                </a:ext>
              </a:extLst>
            </p:cNvPr>
            <p:cNvSpPr/>
            <p:nvPr/>
          </p:nvSpPr>
          <p:spPr>
            <a:xfrm>
              <a:off x="1220788" y="7796463"/>
              <a:ext cx="4197617" cy="8566483"/>
            </a:xfrm>
            <a:prstGeom prst="roundRect">
              <a:avLst>
                <a:gd name="adj" fmla="val 6397"/>
              </a:avLst>
            </a:prstGeom>
            <a:solidFill>
              <a:srgbClr val="0098FF">
                <a:alpha val="10000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  <p:sp>
          <p:nvSpPr>
            <p:cNvPr id="51" name="Round Same Side Corner Rectangle 50">
              <a:extLst>
                <a:ext uri="{FF2B5EF4-FFF2-40B4-BE49-F238E27FC236}">
                  <a16:creationId xmlns:a16="http://schemas.microsoft.com/office/drawing/2014/main" id="{B9BB9445-6813-A364-DCCD-791AB835B0CF}"/>
                </a:ext>
              </a:extLst>
            </p:cNvPr>
            <p:cNvSpPr/>
            <p:nvPr/>
          </p:nvSpPr>
          <p:spPr>
            <a:xfrm>
              <a:off x="1212167" y="7796463"/>
              <a:ext cx="4197617" cy="923331"/>
            </a:xfrm>
            <a:prstGeom prst="round2SameRect">
              <a:avLst>
                <a:gd name="adj1" fmla="val 29698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5F3C1A-7708-80EA-5CDC-C808CA7F28F3}"/>
              </a:ext>
            </a:extLst>
          </p:cNvPr>
          <p:cNvGrpSpPr/>
          <p:nvPr userDrawn="1"/>
        </p:nvGrpSpPr>
        <p:grpSpPr>
          <a:xfrm>
            <a:off x="8975058" y="1501332"/>
            <a:ext cx="2610938" cy="4283242"/>
            <a:chOff x="1212167" y="7796463"/>
            <a:chExt cx="4206238" cy="8566483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5FA9E97B-27B7-329A-501B-99EE4B24897D}"/>
                </a:ext>
              </a:extLst>
            </p:cNvPr>
            <p:cNvSpPr/>
            <p:nvPr/>
          </p:nvSpPr>
          <p:spPr>
            <a:xfrm>
              <a:off x="1220788" y="7796463"/>
              <a:ext cx="4197617" cy="8566483"/>
            </a:xfrm>
            <a:prstGeom prst="roundRect">
              <a:avLst>
                <a:gd name="adj" fmla="val 6397"/>
              </a:avLst>
            </a:prstGeom>
            <a:solidFill>
              <a:srgbClr val="0098FF">
                <a:alpha val="9758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  <p:sp>
          <p:nvSpPr>
            <p:cNvPr id="54" name="Round Same Side Corner Rectangle 53">
              <a:extLst>
                <a:ext uri="{FF2B5EF4-FFF2-40B4-BE49-F238E27FC236}">
                  <a16:creationId xmlns:a16="http://schemas.microsoft.com/office/drawing/2014/main" id="{B000B8D4-6A7C-FE5C-A320-BF8A9F427F8D}"/>
                </a:ext>
              </a:extLst>
            </p:cNvPr>
            <p:cNvSpPr/>
            <p:nvPr/>
          </p:nvSpPr>
          <p:spPr>
            <a:xfrm>
              <a:off x="1212167" y="7796463"/>
              <a:ext cx="4197617" cy="923331"/>
            </a:xfrm>
            <a:prstGeom prst="round2SameRect">
              <a:avLst>
                <a:gd name="adj1" fmla="val 29698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</p:grp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81ECAD81-857E-2F62-A2BA-A1EE679090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17602" y="1618360"/>
            <a:ext cx="2352589" cy="29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B5D203AC-D978-4604-3DEE-C856EAAC8D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19359" y="2090391"/>
            <a:ext cx="2316205" cy="6155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FE519876-C4B1-98E2-A9E6-901B8CB649D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19359" y="4768276"/>
            <a:ext cx="2316205" cy="8618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86DA72B0-5C27-0F55-8A26-157851DD400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17602" y="2950772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8C2D71FD-1091-668F-4A76-B8F2595591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17602" y="4557503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795A53F9-6094-CCB3-8E07-414B962C33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12689" y="1618360"/>
            <a:ext cx="2352589" cy="29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B9E3FBCA-4B87-C5F6-BA05-5B029A433C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4447" y="2090391"/>
            <a:ext cx="2316205" cy="6155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716E3A6-30D7-5DFC-FD02-E4B5AEFBD25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14447" y="4768276"/>
            <a:ext cx="2316205" cy="8618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C06D32C4-FF1C-B3D5-F903-94779A7EBFD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12689" y="2950772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24DBB815-2DA9-C8C5-E161-F69B973DA62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12689" y="4557503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6B9F6B13-4A74-A9FD-F3AD-67D5F8182A9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07777" y="1618360"/>
            <a:ext cx="2352589" cy="29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E43DC601-AE83-64B7-D8AA-661D0D55704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09535" y="2090391"/>
            <a:ext cx="2316205" cy="6155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84947D06-DCEA-B540-0619-C0411B9B286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9535" y="4768276"/>
            <a:ext cx="2316205" cy="8618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A49C126B-131E-C695-E276-9D9621C2B4E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07777" y="2950772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7D858769-95FE-4DDD-0D9F-AB83295A09F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07777" y="4557503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43000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25FC85B-94AC-C0CA-227D-7671ABF2928E}"/>
              </a:ext>
            </a:extLst>
          </p:cNvPr>
          <p:cNvSpPr/>
          <p:nvPr userDrawn="1"/>
        </p:nvSpPr>
        <p:spPr>
          <a:xfrm>
            <a:off x="6095346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0C7DBDB-BBBB-21C0-B73D-C920994B69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4F2F1C8-07E9-7744-94F4-0AF143FABD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247" y="2098060"/>
            <a:ext cx="3427224" cy="37274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800" b="0" i="0" kern="1200" spc="-50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CBF1253-EDE9-CCBE-CC1E-BBACF7AAF9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08542" y="515342"/>
            <a:ext cx="5103062" cy="677109"/>
          </a:xfrm>
          <a:prstGeom prst="rect">
            <a:avLst/>
          </a:prstGeom>
        </p:spPr>
        <p:txBody>
          <a:bodyPr/>
          <a:lstStyle>
            <a:lvl1pPr marL="0" indent="0" algn="l" defTabSz="4570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399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01 Key Point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38B02E5-6686-6077-72D8-974AD75A43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08542" y="3068971"/>
            <a:ext cx="5103062" cy="677109"/>
          </a:xfrm>
          <a:prstGeom prst="rect">
            <a:avLst/>
          </a:prstGeom>
        </p:spPr>
        <p:txBody>
          <a:bodyPr/>
          <a:lstStyle>
            <a:lvl1pPr marL="0" indent="0" algn="l" defTabSz="4570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399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02 Key Point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C34BD04-1866-F729-AA57-40BC049132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7823" y="1328625"/>
            <a:ext cx="5054931" cy="14971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800" b="0" i="0" kern="1200" spc="-50" dirty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3F46805-66E5-C16F-2EF7-3E36976058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67823" y="3882255"/>
            <a:ext cx="5054931" cy="14971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800" b="0" i="0" kern="1200" spc="-50" dirty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6">
            <a:extLst>
              <a:ext uri="{FF2B5EF4-FFF2-40B4-BE49-F238E27FC236}">
                <a16:creationId xmlns:a16="http://schemas.microsoft.com/office/drawing/2014/main" id="{C68B568E-9CE8-D887-3682-5FCC1781C1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47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B706D-1516-EF71-78E8-71FEC3CA98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238534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Type Moment Blue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91BD0C0B-A98D-5936-804D-A5476E8CF1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38834" y="6515101"/>
            <a:ext cx="1143536" cy="1538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EA907-6F56-E6DB-B767-45FE06E496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6408420"/>
            <a:ext cx="728130" cy="297180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5293E5D7-BC76-0C3B-20A9-B1302B77F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200" y="615426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9648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“Quote Here”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C843E-972A-43D0-6530-CB6BAA917E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907857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ype Mom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200" y="615426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9648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“Quote Here”</a:t>
            </a:r>
          </a:p>
        </p:txBody>
      </p:sp>
    </p:spTree>
    <p:extLst>
      <p:ext uri="{BB962C8B-B14F-4D97-AF65-F5344CB8AC3E}">
        <p14:creationId xmlns:p14="http://schemas.microsoft.com/office/powerpoint/2010/main" val="11592258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um Type Moment Blue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91BD0C0B-A98D-5936-804D-A5476E8CF1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38834" y="6515101"/>
            <a:ext cx="1143536" cy="1538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EA907-6F56-E6DB-B767-45FE06E496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6408420"/>
            <a:ext cx="728130" cy="297180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9A454539-8AC2-AF11-7CA2-9F733567B3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98" y="648879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4799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Body copy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B0992C-2910-B680-3EFE-5D50A81E7D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172650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Type Mom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98" y="648879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47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33607535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Colleag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4A457A2E-6AEE-943E-26A4-1C087EE7F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 marL="0" algn="l" defTabSz="457086" rtl="0" eaLnBrk="1" latinLnBrk="0" hangingPunct="1">
              <a:lnSpc>
                <a:spcPts val="2799"/>
              </a:lnSpc>
              <a:spcBef>
                <a:spcPct val="0"/>
              </a:spcBef>
              <a:buNone/>
              <a:defRPr lang="en-US" sz="2699" b="1" kern="1200" spc="-25" dirty="0">
                <a:solidFill>
                  <a:srgbClr val="0000CA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5" name="Slide Number Placeholder 39">
            <a:extLst>
              <a:ext uri="{FF2B5EF4-FFF2-40B4-BE49-F238E27FC236}">
                <a16:creationId xmlns:a16="http://schemas.microsoft.com/office/drawing/2014/main" id="{CB646F23-2052-D711-B3F6-B3CF60F13C7E}"/>
              </a:ext>
            </a:extLst>
          </p:cNvPr>
          <p:cNvSpPr txBox="1">
            <a:spLocks/>
          </p:cNvSpPr>
          <p:nvPr userDrawn="1"/>
        </p:nvSpPr>
        <p:spPr>
          <a:xfrm>
            <a:off x="10436978" y="6513244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1"/>
                </a:solidFill>
                <a:latin typeface="Pfizer Diatype Medium" panose="020B0504040202060203" pitchFamily="34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39012A-6F33-204B-8224-A57BEFB0AAD0}" type="slidenum">
              <a:rPr lang="en-US" sz="700" b="1" i="0" smtClean="0">
                <a:latin typeface="Pfizer Diatype Office" panose="020B0504040202060203" pitchFamily="34" charset="77"/>
              </a:rPr>
              <a:pPr/>
              <a:t>‹#›</a:t>
            </a:fld>
            <a:endParaRPr lang="en-US" sz="700" b="1" i="0">
              <a:latin typeface="Pfizer Diatype Office" panose="020B0504040202060203" pitchFamily="34" charset="77"/>
            </a:endParaRP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B404EFE6-3990-9199-E473-CB5023E59E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71852" y="3151966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6E248FED-FC1A-E5C2-2A25-071DD1FDB9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83001" y="3363839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Picture Placeholder 14">
            <a:extLst>
              <a:ext uri="{FF2B5EF4-FFF2-40B4-BE49-F238E27FC236}">
                <a16:creationId xmlns:a16="http://schemas.microsoft.com/office/drawing/2014/main" id="{7FFC4AD9-BE4C-382B-F837-4924513DA7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971851" y="1237319"/>
            <a:ext cx="1925743" cy="189398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64AEA430-A599-0515-6BDD-BF574A466E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222" y="3151966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0772202-94D1-A6D8-AC9B-332C7B0C67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372" y="3363839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4" name="Picture Placeholder 14">
            <a:extLst>
              <a:ext uri="{FF2B5EF4-FFF2-40B4-BE49-F238E27FC236}">
                <a16:creationId xmlns:a16="http://schemas.microsoft.com/office/drawing/2014/main" id="{BE6FC390-8DC9-A08A-72C3-A68AEE4114E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222" y="1237319"/>
            <a:ext cx="1925743" cy="189398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7976FDF4-1B09-4021-29EE-9BB8580284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222" y="5694444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2F8A2799-1F1B-3B92-9424-4DB09BA04F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8372" y="5906317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50" name="Picture Placeholder 14">
            <a:extLst>
              <a:ext uri="{FF2B5EF4-FFF2-40B4-BE49-F238E27FC236}">
                <a16:creationId xmlns:a16="http://schemas.microsoft.com/office/drawing/2014/main" id="{B8B5A077-38EF-8381-E351-BCAB022434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222" y="3779798"/>
            <a:ext cx="1925743" cy="189398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AD8067E4-3398-C752-C22C-E59B543CCB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16832" y="3151966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1EA35DFD-9CE8-23A5-13D9-9CB249ED5A6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27982" y="3363839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56" name="Picture Placeholder 14">
            <a:extLst>
              <a:ext uri="{FF2B5EF4-FFF2-40B4-BE49-F238E27FC236}">
                <a16:creationId xmlns:a16="http://schemas.microsoft.com/office/drawing/2014/main" id="{99B7C413-2995-AF2E-F856-3DAF2E72E0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16832" y="1237319"/>
            <a:ext cx="1925743" cy="189398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87E5DE8B-EC19-FC62-4A7D-48AE089829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16832" y="5694444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9C57AD32-1EA5-8329-4803-717BC07526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27982" y="5906317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59" name="Picture Placeholder 14">
            <a:extLst>
              <a:ext uri="{FF2B5EF4-FFF2-40B4-BE49-F238E27FC236}">
                <a16:creationId xmlns:a16="http://schemas.microsoft.com/office/drawing/2014/main" id="{42EBB1BF-4A4F-8EAD-1980-49ED10F9875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716832" y="3779798"/>
            <a:ext cx="1925743" cy="189398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18D41F8F-BF26-81F0-5D9E-EEEA938253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01839" y="3151966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5883EA46-96AC-1262-C398-35155E5FDA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12988" y="3363839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74" name="Picture Placeholder 14">
            <a:extLst>
              <a:ext uri="{FF2B5EF4-FFF2-40B4-BE49-F238E27FC236}">
                <a16:creationId xmlns:a16="http://schemas.microsoft.com/office/drawing/2014/main" id="{8F10A379-EC69-D38A-9339-D4BDD94AB28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801838" y="1237319"/>
            <a:ext cx="1925743" cy="189398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5" name="Text Placeholder 10">
            <a:extLst>
              <a:ext uri="{FF2B5EF4-FFF2-40B4-BE49-F238E27FC236}">
                <a16:creationId xmlns:a16="http://schemas.microsoft.com/office/drawing/2014/main" id="{A1DD907C-DA7C-686A-3CD4-52E89B2F8C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1839" y="5694444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76" name="Text Placeholder 10">
            <a:extLst>
              <a:ext uri="{FF2B5EF4-FFF2-40B4-BE49-F238E27FC236}">
                <a16:creationId xmlns:a16="http://schemas.microsoft.com/office/drawing/2014/main" id="{3934B5AE-6B64-67FB-2457-43CCE8C14BE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12988" y="5906317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77" name="Picture Placeholder 14">
            <a:extLst>
              <a:ext uri="{FF2B5EF4-FFF2-40B4-BE49-F238E27FC236}">
                <a16:creationId xmlns:a16="http://schemas.microsoft.com/office/drawing/2014/main" id="{C03E76C2-C422-EAAA-8837-7949DE765FF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801838" y="3779798"/>
            <a:ext cx="1925743" cy="189398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8" name="Text Placeholder 10">
            <a:extLst>
              <a:ext uri="{FF2B5EF4-FFF2-40B4-BE49-F238E27FC236}">
                <a16:creationId xmlns:a16="http://schemas.microsoft.com/office/drawing/2014/main" id="{B10EEAD5-EFA5-F933-C0BD-919C1497D56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86845" y="3151966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79" name="Text Placeholder 10">
            <a:extLst>
              <a:ext uri="{FF2B5EF4-FFF2-40B4-BE49-F238E27FC236}">
                <a16:creationId xmlns:a16="http://schemas.microsoft.com/office/drawing/2014/main" id="{F7BF0ACC-6CC9-86A3-C9D7-C4CE3AF7B86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97995" y="3363839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80" name="Picture Placeholder 14">
            <a:extLst>
              <a:ext uri="{FF2B5EF4-FFF2-40B4-BE49-F238E27FC236}">
                <a16:creationId xmlns:a16="http://schemas.microsoft.com/office/drawing/2014/main" id="{DF285879-F3E0-611E-882C-9ABDFE81FAD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886845" y="1237319"/>
            <a:ext cx="1925743" cy="189398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81" name="Text Placeholder 10">
            <a:extLst>
              <a:ext uri="{FF2B5EF4-FFF2-40B4-BE49-F238E27FC236}">
                <a16:creationId xmlns:a16="http://schemas.microsoft.com/office/drawing/2014/main" id="{D99B5B46-342D-4E09-EE37-09342350CDB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6845" y="5694444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82" name="Text Placeholder 10">
            <a:extLst>
              <a:ext uri="{FF2B5EF4-FFF2-40B4-BE49-F238E27FC236}">
                <a16:creationId xmlns:a16="http://schemas.microsoft.com/office/drawing/2014/main" id="{DE7F2BCE-B6B4-1416-6EED-64F672389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97995" y="5906317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83" name="Picture Placeholder 14">
            <a:extLst>
              <a:ext uri="{FF2B5EF4-FFF2-40B4-BE49-F238E27FC236}">
                <a16:creationId xmlns:a16="http://schemas.microsoft.com/office/drawing/2014/main" id="{04439C18-C079-D2D1-296D-812ECF66C48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886845" y="3779798"/>
            <a:ext cx="1925743" cy="189398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84" name="Text Placeholder 10">
            <a:extLst>
              <a:ext uri="{FF2B5EF4-FFF2-40B4-BE49-F238E27FC236}">
                <a16:creationId xmlns:a16="http://schemas.microsoft.com/office/drawing/2014/main" id="{A161A867-1260-19C0-F76F-C8E2A1FB9C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71852" y="5694444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85" name="Text Placeholder 10">
            <a:extLst>
              <a:ext uri="{FF2B5EF4-FFF2-40B4-BE49-F238E27FC236}">
                <a16:creationId xmlns:a16="http://schemas.microsoft.com/office/drawing/2014/main" id="{1B9CF7ED-4EFA-458C-9FA5-EFF446E9A6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83001" y="5906317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86" name="Picture Placeholder 14">
            <a:extLst>
              <a:ext uri="{FF2B5EF4-FFF2-40B4-BE49-F238E27FC236}">
                <a16:creationId xmlns:a16="http://schemas.microsoft.com/office/drawing/2014/main" id="{ED07B673-86BD-3A9A-86CD-C97D8EAEA54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971851" y="3779798"/>
            <a:ext cx="1925743" cy="189398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125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leag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4A457A2E-6AEE-943E-26A4-1C087EE7F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 marL="0" algn="l" defTabSz="457086" rtl="0" eaLnBrk="1" latinLnBrk="0" hangingPunct="1">
              <a:lnSpc>
                <a:spcPts val="2799"/>
              </a:lnSpc>
              <a:spcBef>
                <a:spcPct val="0"/>
              </a:spcBef>
              <a:buNone/>
              <a:defRPr lang="en-US" sz="2699" b="1" kern="1200" spc="-25" dirty="0">
                <a:solidFill>
                  <a:srgbClr val="0000CA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5" name="Slide Number Placeholder 39">
            <a:extLst>
              <a:ext uri="{FF2B5EF4-FFF2-40B4-BE49-F238E27FC236}">
                <a16:creationId xmlns:a16="http://schemas.microsoft.com/office/drawing/2014/main" id="{CB646F23-2052-D711-B3F6-B3CF60F13C7E}"/>
              </a:ext>
            </a:extLst>
          </p:cNvPr>
          <p:cNvSpPr txBox="1">
            <a:spLocks/>
          </p:cNvSpPr>
          <p:nvPr userDrawn="1"/>
        </p:nvSpPr>
        <p:spPr>
          <a:xfrm>
            <a:off x="10436978" y="6513244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1"/>
                </a:solidFill>
                <a:latin typeface="Pfizer Diatype Medium" panose="020B0504040202060203" pitchFamily="34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39012A-6F33-204B-8224-A57BEFB0AAD0}" type="slidenum">
              <a:rPr lang="en-US" sz="700" b="1" i="0" smtClean="0">
                <a:latin typeface="Pfizer Diatype Office" panose="020B0504040202060203" pitchFamily="34" charset="77"/>
              </a:rPr>
              <a:pPr/>
              <a:t>‹#›</a:t>
            </a:fld>
            <a:endParaRPr lang="en-US" sz="700" b="1" i="0">
              <a:latin typeface="Pfizer Diatype Office" panose="020B0504040202060203" pitchFamily="34" charset="77"/>
            </a:endParaRP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7976FDF4-1B09-4021-29EE-9BB8580284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727" y="5549650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2F8A2799-1F1B-3B92-9424-4DB09BA04F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876" y="5828094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8EBA8F25-490A-3708-8337-0461073472B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5010" y="1341702"/>
            <a:ext cx="2102844" cy="411837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F7E5F29-2D22-A865-D440-E56A77B9AC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45681" y="5549650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B221B1E-2B9F-3844-14AC-38290B8829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56830" y="5828094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ED99EF7-3564-AC0E-2012-B5892130022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804964" y="1341702"/>
            <a:ext cx="2102844" cy="411837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6220ABB-BF70-6949-15A4-4E0775612A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86784" y="5549650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D6C59E1-EAF9-E56C-3C3F-B13F052E6B5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97934" y="5828094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A18A192C-6340-30AB-3BD0-B89A2096D92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046068" y="1341702"/>
            <a:ext cx="2102844" cy="411837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4F2413C-B968-A684-CCB9-FFB0A59580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27888" y="5549650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33FED9C2-7105-DF53-4935-18D1FC6B99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39037" y="5828094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8D41FDE-24B6-B749-AAE2-34A5D7AF537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287171" y="1341702"/>
            <a:ext cx="2102844" cy="411837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CCFBA97-26EB-2214-F8EB-3D27D12727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68991" y="5549650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Colleague Name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D170223-6E72-8A14-AAB8-919B401533A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480140" y="5828094"/>
            <a:ext cx="1837755" cy="20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25" dirty="0">
                <a:solidFill>
                  <a:schemeClr val="accent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1DBCFDEA-A574-BCDF-6B91-D9A4EF795C1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528274" y="1341702"/>
            <a:ext cx="2102844" cy="411837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420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6">
            <a:extLst>
              <a:ext uri="{FF2B5EF4-FFF2-40B4-BE49-F238E27FC236}">
                <a16:creationId xmlns:a16="http://schemas.microsoft.com/office/drawing/2014/main" id="{6A93E6CE-ACF3-6C2D-B43C-E22F6A08F8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47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EE4A84E6-4964-86B5-6174-78A555656A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247" y="2098060"/>
            <a:ext cx="3427224" cy="37274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800" b="0" i="0" kern="1200" spc="-50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89B85A33-C477-FFF9-B49D-9699B0BCE8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5686" y="0"/>
            <a:ext cx="6743616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E9659A4C-B79B-0ABA-5226-D696D3BD3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2148" y="6515100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451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39CFDFED-7147-931A-225C-7FEF8A5D0F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5687" y="133349"/>
            <a:ext cx="3207109" cy="324197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DF5D942D-368E-A37A-FA58-5B1E5CE945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19466" y="133349"/>
            <a:ext cx="3225364" cy="324197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F5A3B4A-8178-C1F3-DC3D-D55D56C68A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85687" y="3489868"/>
            <a:ext cx="3207109" cy="324197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AF2C7299-948F-B489-EE94-EB40C86297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19466" y="3489868"/>
            <a:ext cx="3225364" cy="324197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47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D7E2B1-793C-339F-DC80-26B6E30CEE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247" y="2098060"/>
            <a:ext cx="3427224" cy="37274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800" b="0" i="0" kern="1200" spc="-50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039D8F0-54DE-9078-45E3-8A3FDFEF5EA2}"/>
              </a:ext>
            </a:extLst>
          </p:cNvPr>
          <p:cNvSpPr txBox="1">
            <a:spLocks/>
          </p:cNvSpPr>
          <p:nvPr userDrawn="1"/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1"/>
                </a:solidFill>
                <a:latin typeface="Pfizer Diatype Medium" panose="020B0504040202060203" pitchFamily="34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39012A-6F33-204B-8224-A57BEFB0AAD0}" type="slidenum">
              <a:rPr lang="en-US" sz="700" b="1" i="0" smtClean="0">
                <a:solidFill>
                  <a:schemeClr val="bg1"/>
                </a:solidFill>
                <a:latin typeface="Pfizer Diatype Office" panose="020B0504040202060203" pitchFamily="34" charset="77"/>
              </a:rPr>
              <a:pPr/>
              <a:t>‹#›</a:t>
            </a:fld>
            <a:endParaRPr lang="en-US" sz="700" b="1" i="0">
              <a:solidFill>
                <a:schemeClr val="bg1"/>
              </a:solidFill>
              <a:latin typeface="Pfizer Diatype Office" panose="020B0504040202060203" pitchFamily="34" charset="77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5AC6D11C-F0D1-0557-2EBA-1B65F9E40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2148" y="6515100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168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hit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C2C46F47-4586-D311-FFD2-FCCA5D0D9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EAE86-BF0C-FAE6-D855-7CB57A1B2C07}"/>
              </a:ext>
            </a:extLst>
          </p:cNvPr>
          <p:cNvSpPr txBox="1"/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4290B-1340-57B8-7497-9311B3A0F3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444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 Empty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0767AC89-BC07-4D7A-A9B9-9BDA7EE63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bg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920FD-1CE1-81BB-415E-E5CCF9FC70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062212-E884-9B74-4B71-40C5BC43EC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6408420"/>
            <a:ext cx="728130" cy="29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236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4A457A2E-6AEE-943E-26A4-1C087EE7F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E245BBAD-AB6E-E7FD-3A14-ADC70AB0C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90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9CEECE-9450-A860-A620-EA87CB0DC2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6408420"/>
            <a:ext cx="728130" cy="297180"/>
          </a:xfrm>
          <a:prstGeom prst="rect">
            <a:avLst/>
          </a:prstGeom>
        </p:spPr>
      </p:pic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44B37D82-0C17-42EF-4ABD-F689ABD91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bg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41377-A028-5077-A9FB-EB9C372690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B6F2EFA6-AB13-57AA-B12B-629DC52F91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</p:spTree>
    <p:extLst>
      <p:ext uri="{BB962C8B-B14F-4D97-AF65-F5344CB8AC3E}">
        <p14:creationId xmlns:p14="http://schemas.microsoft.com/office/powerpoint/2010/main" val="25754887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yan">
    <p:bg>
      <p:bgPr>
        <a:solidFill>
          <a:srgbClr val="BD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14D3EBDC-CB2A-F622-4077-6A130AA71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9E52991-A643-D2D2-2231-1935177D7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971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25FC85B-94AC-C0CA-227D-7671ABF2928E}"/>
              </a:ext>
            </a:extLst>
          </p:cNvPr>
          <p:cNvSpPr/>
          <p:nvPr userDrawn="1"/>
        </p:nvSpPr>
        <p:spPr>
          <a:xfrm>
            <a:off x="6095346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CB07BB3A-6067-24D9-AAF7-811F8AF4F8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E92ECA5-B4C5-11AB-D3FF-B117A2EB5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bg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7E61E-0B5E-3295-7C2B-9172A1B2C1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950566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yan">
    <p:bg>
      <p:bgPr>
        <a:solidFill>
          <a:srgbClr val="E6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F0F2420B-BC03-F4AA-0FB4-8751258F63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CEDEA8BC-36A6-C8A5-88AA-8D181557E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053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">
    <p:bg>
      <p:bgPr>
        <a:solidFill>
          <a:schemeClr val="accent3">
            <a:alpha val="988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0E685C2D-A743-49E3-2FFC-9B148BDB9C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B3036EDA-E525-0B88-DB95-44E7A4B32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585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E91C0DC-D42D-5F9D-E977-4A2F7CFAA339}"/>
              </a:ext>
            </a:extLst>
          </p:cNvPr>
          <p:cNvSpPr/>
          <p:nvPr userDrawn="1"/>
        </p:nvSpPr>
        <p:spPr>
          <a:xfrm>
            <a:off x="610316" y="1620685"/>
            <a:ext cx="10967061" cy="45720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70A86CB-2EBE-B1D8-A473-B4C35C32D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B9E454CA-CBB2-48FA-A742-CBFF0A7DD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308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ainer">
    <p:bg>
      <p:bgPr>
        <a:solidFill>
          <a:schemeClr val="accent3">
            <a:alpha val="2016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B4406B9-3701-B09A-7AFD-D4182E15E69E}"/>
              </a:ext>
            </a:extLst>
          </p:cNvPr>
          <p:cNvSpPr/>
          <p:nvPr userDrawn="1"/>
        </p:nvSpPr>
        <p:spPr>
          <a:xfrm>
            <a:off x="610316" y="1600200"/>
            <a:ext cx="10967061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D86FB8DA-640D-32A7-5933-B7F08052F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FC956DE-0527-7698-B230-4E1939F44E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</p:spTree>
    <p:extLst>
      <p:ext uri="{BB962C8B-B14F-4D97-AF65-F5344CB8AC3E}">
        <p14:creationId xmlns:p14="http://schemas.microsoft.com/office/powerpoint/2010/main" val="30820156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Screen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BE142A-FE90-87CE-D452-9E169568D348}"/>
              </a:ext>
            </a:extLst>
          </p:cNvPr>
          <p:cNvSpPr/>
          <p:nvPr userDrawn="1"/>
        </p:nvSpPr>
        <p:spPr>
          <a:xfrm>
            <a:off x="4267438" y="0"/>
            <a:ext cx="792390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0D291D-1DD4-B95E-6D2C-14C5A533D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6408420"/>
            <a:ext cx="728130" cy="297180"/>
          </a:xfrm>
          <a:prstGeom prst="rect">
            <a:avLst/>
          </a:prstGeom>
        </p:spPr>
      </p:pic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E67B3876-89D1-5568-D85E-B9B58AA4D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9EA49-9EBE-4051-D8CA-EE8F12A298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38657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e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.e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.emf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11AAD1-13AF-CDCD-0D2C-4EC08C52BA7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111582FF-352D-3C9E-EBF3-7F589EFB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A294A-CB44-A564-BA09-EB2D1777A6A2}"/>
              </a:ext>
            </a:extLst>
          </p:cNvPr>
          <p:cNvSpPr txBox="1"/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9428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56" r:id="rId4"/>
  </p:sldLayoutIdLst>
  <p:hf hdr="0"/>
  <p:txStyles>
    <p:titleStyle>
      <a:lvl1pPr algn="l" defTabSz="914171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9141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4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1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2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1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4" orient="horz" pos="432" userDrawn="1">
          <p15:clr>
            <a:srgbClr val="F26B43"/>
          </p15:clr>
        </p15:guide>
        <p15:guide id="5" orient="horz" pos="4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11AAD1-13AF-CDCD-0D2C-4EC08C52BA7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111582FF-352D-3C9E-EBF3-7F589EFB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CCDD5D-F815-DD6B-DA8F-7F1CD2F3E668}"/>
              </a:ext>
            </a:extLst>
          </p:cNvPr>
          <p:cNvSpPr txBox="1"/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971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63" r:id="rId3"/>
    <p:sldLayoutId id="2147483761" r:id="rId4"/>
  </p:sldLayoutIdLst>
  <p:hf hdr="0"/>
  <p:txStyles>
    <p:titleStyle>
      <a:lvl1pPr algn="l" defTabSz="914171" rtl="0" eaLnBrk="1" latinLnBrk="0" hangingPunct="1">
        <a:lnSpc>
          <a:spcPct val="90000"/>
        </a:lnSpc>
        <a:spcBef>
          <a:spcPct val="0"/>
        </a:spcBef>
        <a:buNone/>
        <a:defRPr lang="en-US" sz="2999" b="1" kern="1200" spc="-25" dirty="0">
          <a:solidFill>
            <a:schemeClr val="accent1"/>
          </a:solidFill>
          <a:latin typeface="Pfizer Tomorrow" panose="02010503040201060303" pitchFamily="2" charset="77"/>
          <a:ea typeface="+mj-ea"/>
          <a:cs typeface="+mj-cs"/>
        </a:defRPr>
      </a:lvl1pPr>
    </p:titleStyle>
    <p:bodyStyle>
      <a:lvl1pPr marL="228543" indent="-228543" algn="l" defTabSz="9141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1600" kern="1200" spc="-50" dirty="0" smtClean="0">
          <a:solidFill>
            <a:srgbClr val="02005E"/>
          </a:solidFill>
          <a:latin typeface="Pfizer Diatype" panose="020B0504040202060203" pitchFamily="34" charset="77"/>
          <a:ea typeface="+mn-ea"/>
          <a:cs typeface="+mn-cs"/>
        </a:defRPr>
      </a:lvl1pPr>
      <a:lvl2pPr marL="6856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spc="-50" dirty="0" smtClean="0">
          <a:solidFill>
            <a:srgbClr val="02005E"/>
          </a:solidFill>
          <a:latin typeface="Pfizer Diatype" panose="020B0504040202060203" pitchFamily="34" charset="77"/>
          <a:ea typeface="+mn-ea"/>
          <a:cs typeface="+mn-cs"/>
        </a:defRPr>
      </a:lvl2pPr>
      <a:lvl3pPr marL="1142714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spc="-50" dirty="0" smtClean="0">
          <a:solidFill>
            <a:srgbClr val="02005E"/>
          </a:solidFill>
          <a:latin typeface="Pfizer Diatype" panose="020B0504040202060203" pitchFamily="34" charset="77"/>
          <a:ea typeface="+mn-ea"/>
          <a:cs typeface="+mn-cs"/>
        </a:defRPr>
      </a:lvl3pPr>
      <a:lvl4pPr marL="1599800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spc="-50" dirty="0" smtClean="0">
          <a:solidFill>
            <a:srgbClr val="02005E"/>
          </a:solidFill>
          <a:latin typeface="Pfizer Diatype" panose="020B0504040202060203" pitchFamily="34" charset="77"/>
          <a:ea typeface="+mn-ea"/>
          <a:cs typeface="+mn-cs"/>
        </a:defRPr>
      </a:lvl4pPr>
      <a:lvl5pPr marL="2056886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spc="-50" dirty="0" smtClean="0">
          <a:solidFill>
            <a:srgbClr val="02005E"/>
          </a:solidFill>
          <a:latin typeface="Pfizer Diatype" panose="020B0504040202060203" pitchFamily="34" charset="77"/>
          <a:ea typeface="+mn-ea"/>
          <a:cs typeface="+mn-cs"/>
        </a:defRPr>
      </a:lvl5pPr>
      <a:lvl6pPr marL="2513971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2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1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4" orient="horz" pos="432" userDrawn="1">
          <p15:clr>
            <a:srgbClr val="F26B43"/>
          </p15:clr>
        </p15:guide>
        <p15:guide id="5" orient="horz" pos="417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11AAD1-13AF-CDCD-0D2C-4EC08C52BA7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111582FF-352D-3C9E-EBF3-7F589EFB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D06B2F-CD24-D06B-C147-918B7B0A82D7}"/>
              </a:ext>
            </a:extLst>
          </p:cNvPr>
          <p:cNvSpPr txBox="1"/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5912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</p:sldLayoutIdLst>
  <p:hf hdr="0"/>
  <p:txStyles>
    <p:titleStyle>
      <a:lvl1pPr algn="l" defTabSz="914171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9141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4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1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2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1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4" orient="horz" pos="432" userDrawn="1">
          <p15:clr>
            <a:srgbClr val="F26B43"/>
          </p15:clr>
        </p15:guide>
        <p15:guide id="5" orient="horz" pos="41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11AAD1-13AF-CDCD-0D2C-4EC08C52BA7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111582FF-352D-3C9E-EBF3-7F589EFB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14ACB8-4481-F96B-2389-2019D4AEF43B}"/>
              </a:ext>
            </a:extLst>
          </p:cNvPr>
          <p:cNvSpPr txBox="1"/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0578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</p:sldLayoutIdLst>
  <p:hf hdr="0"/>
  <p:txStyles>
    <p:titleStyle>
      <a:lvl1pPr algn="l" defTabSz="914171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9141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4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1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2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1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4" orient="horz" pos="432" userDrawn="1">
          <p15:clr>
            <a:srgbClr val="F26B43"/>
          </p15:clr>
        </p15:guide>
        <p15:guide id="5" orient="horz" pos="4176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11AAD1-13AF-CDCD-0D2C-4EC08C52BA7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111582FF-352D-3C9E-EBF3-7F589EFB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08878A-07E5-2A68-68D8-CCA88A1BC510}"/>
              </a:ext>
            </a:extLst>
          </p:cNvPr>
          <p:cNvSpPr txBox="1"/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8119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1" r:id="rId2"/>
    <p:sldLayoutId id="2147483766" r:id="rId3"/>
    <p:sldLayoutId id="2147483752" r:id="rId4"/>
  </p:sldLayoutIdLst>
  <p:hf hdr="0"/>
  <p:txStyles>
    <p:titleStyle>
      <a:lvl1pPr algn="l" defTabSz="914171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9141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4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1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2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1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4" orient="horz" pos="432" userDrawn="1">
          <p15:clr>
            <a:srgbClr val="F26B43"/>
          </p15:clr>
        </p15:guide>
        <p15:guide id="5" orient="horz" pos="4176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11AAD1-13AF-CDCD-0D2C-4EC08C52BA7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111582FF-352D-3C9E-EBF3-7F589EFB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4B4FA-04A1-2B67-C381-3B6BEDB95AE9}"/>
              </a:ext>
            </a:extLst>
          </p:cNvPr>
          <p:cNvSpPr txBox="1"/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99187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4" r:id="rId3"/>
    <p:sldLayoutId id="2147483745" r:id="rId4"/>
  </p:sldLayoutIdLst>
  <p:hf hdr="0"/>
  <p:txStyles>
    <p:titleStyle>
      <a:lvl1pPr algn="l" defTabSz="914171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9141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4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1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2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1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4" orient="horz" pos="432" userDrawn="1">
          <p15:clr>
            <a:srgbClr val="F26B43"/>
          </p15:clr>
        </p15:guide>
        <p15:guide id="5" orient="horz" pos="4176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11AAD1-13AF-CDCD-0D2C-4EC08C52BA7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111582FF-352D-3C9E-EBF3-7F589EFB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1C2A2-E8B7-FF21-B626-83D13A0FB7A9}"/>
              </a:ext>
            </a:extLst>
          </p:cNvPr>
          <p:cNvSpPr txBox="1"/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 dirty="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2024 | Confidential and Proprietary</a:t>
            </a:r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9B0011B-F0AA-D86B-9BB0-AC7677E63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82" y="1672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BC3E7C-66CE-3A33-1042-2C02798E4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482" y="134475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6901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666" r:id="rId7"/>
    <p:sldLayoutId id="2147483664" r:id="rId8"/>
    <p:sldLayoutId id="2147483669" r:id="rId9"/>
    <p:sldLayoutId id="2147483670" r:id="rId10"/>
    <p:sldLayoutId id="2147483676" r:id="rId11"/>
  </p:sldLayoutIdLst>
  <p:hf hdr="0"/>
  <p:txStyles>
    <p:titleStyle>
      <a:lvl1pPr marL="0" algn="l" defTabSz="914171" rtl="0" eaLnBrk="1" latinLnBrk="0" hangingPunct="1">
        <a:lnSpc>
          <a:spcPct val="90000"/>
        </a:lnSpc>
        <a:spcBef>
          <a:spcPct val="0"/>
        </a:spcBef>
        <a:buNone/>
        <a:defRPr lang="en-US" sz="2999" b="1" kern="1200" spc="-25" dirty="0">
          <a:solidFill>
            <a:schemeClr val="accent1"/>
          </a:solidFill>
          <a:latin typeface="Pfizer Tomorrow" panose="02010503040201060303" pitchFamily="2" charset="77"/>
          <a:ea typeface="+mj-ea"/>
          <a:cs typeface="+mj-cs"/>
        </a:defRPr>
      </a:lvl1pPr>
    </p:titleStyle>
    <p:bodyStyle>
      <a:lvl1pPr marL="228543" indent="-228543" algn="l" defTabSz="9141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fizer Diatype Office" panose="020B0504040202060203" pitchFamily="34" charset="77"/>
          <a:ea typeface="+mn-ea"/>
          <a:cs typeface="+mn-cs"/>
        </a:defRPr>
      </a:lvl1pPr>
      <a:lvl2pPr marL="6856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fizer Diatype Office" panose="020B0504040202060203" pitchFamily="34" charset="77"/>
          <a:ea typeface="+mn-ea"/>
          <a:cs typeface="+mn-cs"/>
        </a:defRPr>
      </a:lvl2pPr>
      <a:lvl3pPr marL="1142714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fizer Diatype Office" panose="020B0504040202060203" pitchFamily="34" charset="77"/>
          <a:ea typeface="+mn-ea"/>
          <a:cs typeface="+mn-cs"/>
        </a:defRPr>
      </a:lvl3pPr>
      <a:lvl4pPr marL="1599800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fizer Diatype Office" panose="020B0504040202060203" pitchFamily="34" charset="77"/>
          <a:ea typeface="+mn-ea"/>
          <a:cs typeface="+mn-cs"/>
        </a:defRPr>
      </a:lvl4pPr>
      <a:lvl5pPr marL="2056886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fizer Diatype Office" panose="020B0504040202060203" pitchFamily="34" charset="77"/>
          <a:ea typeface="+mn-ea"/>
          <a:cs typeface="+mn-cs"/>
        </a:defRPr>
      </a:lvl5pPr>
      <a:lvl6pPr marL="2513971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2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1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4" orient="horz" pos="432" userDrawn="1">
          <p15:clr>
            <a:srgbClr val="F26B43"/>
          </p15:clr>
        </p15:guide>
        <p15:guide id="5" orient="horz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7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D16D-C468-7E57-1D78-CE585756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526FB-6C0C-62FB-45C4-E936678D7E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Subhead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A4E94-CC01-69E6-20E5-973EB88B3F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Date Here</a:t>
            </a:r>
          </a:p>
        </p:txBody>
      </p:sp>
    </p:spTree>
    <p:extLst>
      <p:ext uri="{BB962C8B-B14F-4D97-AF65-F5344CB8AC3E}">
        <p14:creationId xmlns:p14="http://schemas.microsoft.com/office/powerpoint/2010/main" val="296764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6314B6-B1E3-CD35-820F-AF0CE8CBE4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2B39012A-6F33-204B-8224-A57BEFB0AAD0}" type="slidenum">
              <a:rPr lang="en-US">
                <a:solidFill>
                  <a:srgbClr val="0000CA"/>
                </a:solidFill>
              </a:rPr>
              <a:pPr/>
              <a:t>2</a:t>
            </a:fld>
            <a:endParaRPr lang="en-US">
              <a:solidFill>
                <a:srgbClr val="0000C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6E883-A243-C087-205A-B89224CF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Section Title</a:t>
            </a: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6314B6-B1E3-CD35-820F-AF0CE8CBE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rmAutofit/>
          </a:bodyPr>
          <a:lstStyle/>
          <a:p>
            <a:fld id="{2B39012A-6F33-204B-8224-A57BEFB0AAD0}" type="slidenum">
              <a:rPr lang="en-US">
                <a:solidFill>
                  <a:schemeClr val="bg1"/>
                </a:solidFill>
              </a:rPr>
              <a:pPr/>
              <a:t>3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46B8CD-908C-7D89-70EE-E7B8C1F08D23}"/>
              </a:ext>
            </a:extLst>
          </p:cNvPr>
          <p:cNvSpPr txBox="1">
            <a:spLocks/>
          </p:cNvSpPr>
          <p:nvPr/>
        </p:nvSpPr>
        <p:spPr>
          <a:xfrm>
            <a:off x="591268" y="609968"/>
            <a:ext cx="10514231" cy="365484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9498"/>
              </a:lnSpc>
            </a:pPr>
            <a:r>
              <a:rPr lang="en-US" sz="9648" b="1" spc="-50">
                <a:solidFill>
                  <a:schemeClr val="bg1"/>
                </a:solidFill>
                <a:latin typeface="Pfizer Tomorrow" panose="02010503040201060303" pitchFamily="2" charset="77"/>
              </a:rPr>
              <a:t>“Big type moment. Lorem ipsum dolor sit emet.”</a:t>
            </a:r>
          </a:p>
        </p:txBody>
      </p:sp>
    </p:spTree>
    <p:extLst>
      <p:ext uri="{BB962C8B-B14F-4D97-AF65-F5344CB8AC3E}">
        <p14:creationId xmlns:p14="http://schemas.microsoft.com/office/powerpoint/2010/main" val="2905450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6E7F777-D709-9190-56E1-93816AA4ED37}"/>
              </a:ext>
            </a:extLst>
          </p:cNvPr>
          <p:cNvSpPr txBox="1">
            <a:spLocks/>
          </p:cNvSpPr>
          <p:nvPr/>
        </p:nvSpPr>
        <p:spPr>
          <a:xfrm>
            <a:off x="610315" y="549999"/>
            <a:ext cx="8228528" cy="42319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499"/>
              </a:lnSpc>
            </a:pP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Medium type moment here.</a:t>
            </a:r>
          </a:p>
          <a:p>
            <a:pPr>
              <a:lnSpc>
                <a:spcPts val="5499"/>
              </a:lnSpc>
            </a:pP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Ut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wisi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enim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ad minim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veniam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,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quis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nostrud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exerci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tation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ullamcorper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suscipit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lobortis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nisl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ut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aliquip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ex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el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commodo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ea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 </a:t>
            </a:r>
            <a:r>
              <a:rPr lang="en-US" sz="4799" b="1" spc="-50" err="1">
                <a:solidFill>
                  <a:srgbClr val="0000CA"/>
                </a:solidFill>
                <a:latin typeface="Pfizer Tomorrow" panose="02010503040201060303" pitchFamily="2" charset="77"/>
              </a:rPr>
              <a:t>consequat</a:t>
            </a:r>
            <a:r>
              <a:rPr lang="en-US" sz="4799" b="1" spc="-50">
                <a:solidFill>
                  <a:srgbClr val="0000CA"/>
                </a:solidFill>
                <a:latin typeface="Pfizer Tomorrow" panose="02010503040201060303" pitchFamily="2" charset="77"/>
              </a:rPr>
              <a:t>. 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2BBCA9DD-A5A3-39A8-0A25-E137C38AA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rmAutofit/>
          </a:bodyPr>
          <a:lstStyle/>
          <a:p>
            <a:fld id="{2B39012A-6F33-204B-8224-A57BEFB0AAD0}" type="slidenum">
              <a:rPr lang="en-US">
                <a:solidFill>
                  <a:srgbClr val="0000CA"/>
                </a:solidFill>
              </a:rPr>
              <a:pPr/>
              <a:t>4</a:t>
            </a:fld>
            <a:endParaRPr lang="en-US">
              <a:solidFill>
                <a:srgbClr val="0000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18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CB7F2815-F9FB-FF43-55F6-89D5C315B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9AE989-9DE9-6D60-43DA-D6ACFAA8AA88}"/>
              </a:ext>
            </a:extLst>
          </p:cNvPr>
          <p:cNvSpPr txBox="1">
            <a:spLocks/>
          </p:cNvSpPr>
          <p:nvPr/>
        </p:nvSpPr>
        <p:spPr>
          <a:xfrm>
            <a:off x="614625" y="648063"/>
            <a:ext cx="4109954" cy="35907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799"/>
              </a:lnSpc>
            </a:pPr>
            <a:r>
              <a:rPr lang="en-US" sz="2699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Agenda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5F248-E3E5-CD9D-824E-0C77B281796F}"/>
              </a:ext>
            </a:extLst>
          </p:cNvPr>
          <p:cNvSpPr txBox="1">
            <a:spLocks/>
          </p:cNvSpPr>
          <p:nvPr/>
        </p:nvSpPr>
        <p:spPr>
          <a:xfrm>
            <a:off x="3930332" y="590921"/>
            <a:ext cx="5866636" cy="50285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086">
              <a:lnSpc>
                <a:spcPct val="100000"/>
              </a:lnSpc>
              <a:spcAft>
                <a:spcPts val="250"/>
              </a:spcAft>
            </a:pPr>
            <a:r>
              <a:rPr lang="en-US" sz="2699" b="1" spc="-50" dirty="0">
                <a:solidFill>
                  <a:schemeClr val="accent1"/>
                </a:solidFill>
                <a:latin typeface="Pfizer Tomorrow" panose="02010503040201060303" pitchFamily="2" charset="77"/>
              </a:rPr>
              <a:t>01  Agenda Item Here</a:t>
            </a:r>
          </a:p>
          <a:p>
            <a:pPr marL="457086">
              <a:lnSpc>
                <a:spcPct val="100000"/>
              </a:lnSpc>
            </a:pP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Lorem ipsum dolor sit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amet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,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consectetuer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adipiscing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elit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, sed diam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nonummy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.</a:t>
            </a:r>
            <a:endParaRPr lang="en-US" sz="2699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457086">
              <a:lnSpc>
                <a:spcPct val="100000"/>
              </a:lnSpc>
            </a:pPr>
            <a:endParaRPr lang="en-US" sz="2699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457086">
              <a:lnSpc>
                <a:spcPct val="100000"/>
              </a:lnSpc>
              <a:spcAft>
                <a:spcPts val="250"/>
              </a:spcAft>
            </a:pPr>
            <a:r>
              <a:rPr lang="en-US" sz="2699" b="1" spc="-50" dirty="0">
                <a:solidFill>
                  <a:schemeClr val="accent1"/>
                </a:solidFill>
                <a:latin typeface="Pfizer Tomorrow" panose="02010503040201060303" pitchFamily="2" charset="77"/>
              </a:rPr>
              <a:t>02  Agenda Item Here</a:t>
            </a:r>
          </a:p>
          <a:p>
            <a:pPr marL="457086">
              <a:lnSpc>
                <a:spcPct val="100000"/>
              </a:lnSpc>
            </a:pP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Lorem ipsum dolor sit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amet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,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consectetuer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adipiscing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elit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, sed diam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nonummy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.</a:t>
            </a:r>
          </a:p>
          <a:p>
            <a:pPr marL="457086">
              <a:lnSpc>
                <a:spcPct val="100000"/>
              </a:lnSpc>
            </a:pPr>
            <a:endParaRPr lang="en-US" sz="2699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457086">
              <a:lnSpc>
                <a:spcPct val="100000"/>
              </a:lnSpc>
              <a:spcAft>
                <a:spcPts val="250"/>
              </a:spcAft>
            </a:pPr>
            <a:r>
              <a:rPr lang="en-US" sz="2699" b="1" spc="-50" dirty="0">
                <a:solidFill>
                  <a:schemeClr val="accent1"/>
                </a:solidFill>
                <a:latin typeface="Pfizer Tomorrow" panose="02010503040201060303" pitchFamily="2" charset="77"/>
              </a:rPr>
              <a:t>03  Agenda Item Here</a:t>
            </a:r>
          </a:p>
          <a:p>
            <a:pPr marL="457086">
              <a:lnSpc>
                <a:spcPct val="100000"/>
              </a:lnSpc>
            </a:pP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Lorem ipsum dolor sit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amet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,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consectetuer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adipiscing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elit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, sed diam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nonummy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.</a:t>
            </a:r>
          </a:p>
          <a:p>
            <a:pPr marL="457086">
              <a:lnSpc>
                <a:spcPct val="100000"/>
              </a:lnSpc>
            </a:pPr>
            <a:endParaRPr lang="en-US" sz="2999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457086">
              <a:lnSpc>
                <a:spcPct val="100000"/>
              </a:lnSpc>
              <a:spcAft>
                <a:spcPts val="250"/>
              </a:spcAft>
            </a:pPr>
            <a:r>
              <a:rPr lang="en-US" sz="2699" b="1" spc="-50" dirty="0">
                <a:solidFill>
                  <a:schemeClr val="accent1"/>
                </a:solidFill>
                <a:latin typeface="Pfizer Tomorrow" panose="02010503040201060303" pitchFamily="2" charset="77"/>
              </a:rPr>
              <a:t>04  Agenda Item Here</a:t>
            </a:r>
          </a:p>
          <a:p>
            <a:pPr marL="457086">
              <a:lnSpc>
                <a:spcPct val="100000"/>
              </a:lnSpc>
            </a:pP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Lorem ipsum dolor sit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amet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,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consectetuer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adipiscing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elit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, sed diam </a:t>
            </a:r>
            <a:r>
              <a:rPr lang="en-US" sz="2000" spc="-50" dirty="0" err="1">
                <a:solidFill>
                  <a:schemeClr val="accent1"/>
                </a:solidFill>
                <a:latin typeface="Pfizer Diatype Office Light" panose="020B0404040202060203" pitchFamily="34" charset="77"/>
              </a:rPr>
              <a:t>nonummy</a:t>
            </a:r>
            <a:r>
              <a:rPr lang="en-US" sz="2000" spc="-50" dirty="0">
                <a:solidFill>
                  <a:schemeClr val="accent1"/>
                </a:solidFill>
                <a:latin typeface="Pfizer Diatype Office Light" panose="020B0404040202060203" pitchFamily="34" charset="77"/>
              </a:rPr>
              <a:t>.</a:t>
            </a:r>
          </a:p>
          <a:p>
            <a:pPr marL="11109" indent="334085">
              <a:lnSpc>
                <a:spcPct val="100000"/>
              </a:lnSpc>
            </a:pPr>
            <a:endParaRPr lang="en-US" sz="2000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11109" indent="334085">
              <a:lnSpc>
                <a:spcPct val="100000"/>
              </a:lnSpc>
            </a:pPr>
            <a:endParaRPr lang="en-US" sz="2000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11109" indent="334085">
              <a:lnSpc>
                <a:spcPct val="100000"/>
              </a:lnSpc>
            </a:pPr>
            <a:endParaRPr lang="en-US" sz="2000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11109" indent="334085">
              <a:lnSpc>
                <a:spcPct val="100000"/>
              </a:lnSpc>
            </a:pPr>
            <a:endParaRPr lang="en-US" sz="2000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11109" indent="389635">
              <a:lnSpc>
                <a:spcPct val="100000"/>
              </a:lnSpc>
            </a:pPr>
            <a:endParaRPr lang="en-US" sz="2000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11109" indent="389635">
              <a:lnSpc>
                <a:spcPct val="100000"/>
              </a:lnSpc>
            </a:pPr>
            <a:endParaRPr lang="en-US" sz="2000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11109" indent="389635">
              <a:lnSpc>
                <a:spcPct val="100000"/>
              </a:lnSpc>
            </a:pPr>
            <a:endParaRPr lang="en-US" sz="2000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11109" indent="389635">
              <a:lnSpc>
                <a:spcPct val="100000"/>
              </a:lnSpc>
            </a:pPr>
            <a:endParaRPr lang="en-US" sz="2000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11109" indent="389635">
              <a:lnSpc>
                <a:spcPct val="100000"/>
              </a:lnSpc>
            </a:pPr>
            <a:endParaRPr lang="en-US" sz="2699" b="1" spc="-50" dirty="0">
              <a:solidFill>
                <a:schemeClr val="accent1"/>
              </a:solidFill>
              <a:latin typeface="Pfizer Diatype Office" panose="020B0504040202060203" pitchFamily="34" charset="77"/>
            </a:endParaRPr>
          </a:p>
          <a:p>
            <a:pPr marL="11109" indent="389635">
              <a:lnSpc>
                <a:spcPct val="100000"/>
              </a:lnSpc>
              <a:spcAft>
                <a:spcPts val="1500"/>
              </a:spcAft>
            </a:pPr>
            <a:endParaRPr lang="en-US" sz="2000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11109" indent="389635">
              <a:lnSpc>
                <a:spcPct val="100000"/>
              </a:lnSpc>
            </a:pPr>
            <a:endParaRPr lang="en-US" sz="2699" b="1" spc="-50" dirty="0">
              <a:solidFill>
                <a:schemeClr val="accent1"/>
              </a:solidFill>
              <a:latin typeface="Pfizer Diatype Office" panose="020B0504040202060203" pitchFamily="34" charset="77"/>
            </a:endParaRPr>
          </a:p>
          <a:p>
            <a:pPr marL="11109" indent="389635">
              <a:lnSpc>
                <a:spcPct val="100000"/>
              </a:lnSpc>
            </a:pPr>
            <a:endParaRPr lang="en-US" sz="2000" spc="-50" dirty="0">
              <a:solidFill>
                <a:schemeClr val="accent1"/>
              </a:solidFill>
              <a:latin typeface="Pfizer Diatype Office Light" panose="020B0404040202060203" pitchFamily="34" charset="77"/>
            </a:endParaRPr>
          </a:p>
          <a:p>
            <a:pPr marL="11109" indent="389635">
              <a:lnSpc>
                <a:spcPct val="100000"/>
              </a:lnSpc>
            </a:pPr>
            <a:endParaRPr lang="en-US" sz="2699" b="1" spc="-50" dirty="0">
              <a:solidFill>
                <a:schemeClr val="accent1"/>
              </a:solidFill>
              <a:latin typeface="Pfizer Diatype Office" panose="020B050404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92874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CB7F2815-F9FB-FF43-55F6-89D5C315B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BC6A5C6-CDF8-32E0-0C36-CAFADE40B505}"/>
              </a:ext>
            </a:extLst>
          </p:cNvPr>
          <p:cNvSpPr txBox="1">
            <a:spLocks/>
          </p:cNvSpPr>
          <p:nvPr/>
        </p:nvSpPr>
        <p:spPr>
          <a:xfrm>
            <a:off x="614625" y="648063"/>
            <a:ext cx="4109954" cy="35907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799"/>
              </a:lnSpc>
            </a:pPr>
            <a:r>
              <a:rPr lang="en-US" sz="2699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Headline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A27BE-347B-8291-5EE6-4F8B00C0925C}"/>
              </a:ext>
            </a:extLst>
          </p:cNvPr>
          <p:cNvSpPr txBox="1"/>
          <p:nvPr/>
        </p:nvSpPr>
        <p:spPr>
          <a:xfrm>
            <a:off x="3962679" y="648062"/>
            <a:ext cx="539441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consectetuer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, sed diam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nonummy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nibh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euismod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tincidunt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laoreet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dolore magna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aliquam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erat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volutpat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. Ut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wisi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enim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ad minim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veniam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quis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nostrud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exerci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tation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ullamcorper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suscipit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lobortis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nisl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aliquip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ex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ea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commodo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lang="en-US" sz="2200" spc="-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consequat</a:t>
            </a:r>
            <a:r>
              <a:rPr lang="en-US" sz="2200" spc="-50">
                <a:solidFill>
                  <a:srgbClr val="02005E"/>
                </a:solidFill>
                <a:latin typeface="Pfizer Diatype Office" panose="020B0504040202060203" pitchFamily="34" charset="77"/>
              </a:rPr>
              <a:t>. </a:t>
            </a:r>
          </a:p>
          <a:p>
            <a:endParaRPr lang="en-US" sz="2200" spc="-5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sp>
        <p:nvSpPr>
          <p:cNvPr id="2" name="Google Shape;454;p71">
            <a:extLst>
              <a:ext uri="{FF2B5EF4-FFF2-40B4-BE49-F238E27FC236}">
                <a16:creationId xmlns:a16="http://schemas.microsoft.com/office/drawing/2014/main" id="{B72913CA-0007-2AE4-BE13-C5873B00A852}"/>
              </a:ext>
            </a:extLst>
          </p:cNvPr>
          <p:cNvSpPr txBox="1"/>
          <p:nvPr/>
        </p:nvSpPr>
        <p:spPr>
          <a:xfrm>
            <a:off x="602696" y="1021194"/>
            <a:ext cx="1946468" cy="34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7" tIns="45707" rIns="45707" bIns="45707" anchor="t" anchorCtr="0">
            <a:spAutoFit/>
          </a:bodyPr>
          <a:lstStyle/>
          <a:p>
            <a:pPr defTabSz="412646">
              <a:lnSpc>
                <a:spcPct val="90000"/>
              </a:lnSpc>
            </a:pPr>
            <a:r>
              <a:rPr lang="en-US" sz="1800">
                <a:solidFill>
                  <a:srgbClr val="0000CA"/>
                </a:solidFill>
                <a:latin typeface="Pfizer Diatype Office" panose="020B0504040202060203" pitchFamily="34" charset="77"/>
                <a:sym typeface="Inter Tight"/>
              </a:rPr>
              <a:t>Subhead</a:t>
            </a:r>
            <a:endParaRPr lang="en-US" sz="1800">
              <a:solidFill>
                <a:srgbClr val="0000CA"/>
              </a:solidFill>
              <a:latin typeface="Pfizer Diatype Office" panose="020B050404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5628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F1214E-C78B-3E0E-0D30-3E4915EBA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4E95B38-74D0-AC48-F0CD-BCFCCBBC999A}"/>
              </a:ext>
            </a:extLst>
          </p:cNvPr>
          <p:cNvSpPr txBox="1">
            <a:spLocks/>
          </p:cNvSpPr>
          <p:nvPr/>
        </p:nvSpPr>
        <p:spPr>
          <a:xfrm>
            <a:off x="6553140" y="539772"/>
            <a:ext cx="5271854" cy="67698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399" b="1" spc="-25">
                <a:solidFill>
                  <a:schemeClr val="bg1"/>
                </a:solidFill>
                <a:latin typeface="Pfizer Tomorrow" panose="02010503040201060303" pitchFamily="2" charset="77"/>
              </a:rPr>
              <a:t>01 Key Point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BF6B9F04-39BD-911E-CEA8-9AAFF53076B7}"/>
              </a:ext>
            </a:extLst>
          </p:cNvPr>
          <p:cNvSpPr txBox="1"/>
          <p:nvPr/>
        </p:nvSpPr>
        <p:spPr>
          <a:xfrm>
            <a:off x="608992" y="2098235"/>
            <a:ext cx="3711646" cy="2492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consectetur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tempor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labore et dolore magna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aliqua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. Sit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mattis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vulputate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enim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nulla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aliquet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porttitor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. Maecenas sed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enim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sem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viverra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.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Vulputate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sapien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nec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sagittis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aliquam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. Massa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massa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ultricies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mi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quis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hendrerit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 dolor magna </a:t>
            </a:r>
            <a:r>
              <a:rPr sz="1800" dirty="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eget</a:t>
            </a:r>
            <a:r>
              <a:rPr sz="1800" dirty="0">
                <a:solidFill>
                  <a:srgbClr val="02005E"/>
                </a:solidFill>
                <a:latin typeface="Pfizer Diatype Office" panose="020B0504040202060203" pitchFamily="34" charset="77"/>
              </a:rPr>
              <a:t>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73AF47-27D8-1CBE-4941-D4ACFB01A12D}"/>
              </a:ext>
            </a:extLst>
          </p:cNvPr>
          <p:cNvSpPr txBox="1">
            <a:spLocks/>
          </p:cNvSpPr>
          <p:nvPr/>
        </p:nvSpPr>
        <p:spPr>
          <a:xfrm>
            <a:off x="614625" y="609967"/>
            <a:ext cx="5271854" cy="128240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009"/>
              </a:lnSpc>
            </a:pPr>
            <a:r>
              <a:rPr lang="en-US" sz="4799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Headline</a:t>
            </a:r>
          </a:p>
          <a:p>
            <a:pPr>
              <a:lnSpc>
                <a:spcPts val="5009"/>
              </a:lnSpc>
            </a:pPr>
            <a:r>
              <a:rPr lang="en-US" sz="4799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Goes Here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D0C88C3B-2A3E-8156-E116-1485233BFCFA}"/>
              </a:ext>
            </a:extLst>
          </p:cNvPr>
          <p:cNvSpPr txBox="1"/>
          <p:nvPr/>
        </p:nvSpPr>
        <p:spPr>
          <a:xfrm>
            <a:off x="6620390" y="1324904"/>
            <a:ext cx="4656536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amet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,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consectetur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adipiscing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elit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, sed do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eiusmod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tempor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incididunt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ut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labore et dolore magna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aliqua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. Sit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amet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mattis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vulputate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enim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nulla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aliquet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porttitor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5A80F3-BB88-5110-81EC-2A69AD4D79C9}"/>
              </a:ext>
            </a:extLst>
          </p:cNvPr>
          <p:cNvSpPr txBox="1">
            <a:spLocks/>
          </p:cNvSpPr>
          <p:nvPr/>
        </p:nvSpPr>
        <p:spPr>
          <a:xfrm>
            <a:off x="6553140" y="3077065"/>
            <a:ext cx="5271854" cy="67698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399" b="1" spc="-25">
                <a:solidFill>
                  <a:schemeClr val="bg1"/>
                </a:solidFill>
                <a:latin typeface="Pfizer Tomorrow" panose="02010503040201060303" pitchFamily="2" charset="77"/>
              </a:rPr>
              <a:t>02 Key Point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CD7080B3-5598-FE2B-B0D1-7685DED51A4D}"/>
              </a:ext>
            </a:extLst>
          </p:cNvPr>
          <p:cNvSpPr txBox="1"/>
          <p:nvPr/>
        </p:nvSpPr>
        <p:spPr>
          <a:xfrm>
            <a:off x="6620390" y="3862197"/>
            <a:ext cx="4656536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amet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,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consectetur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adipiscing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elit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, sed do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eiusmod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tempor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incididunt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ut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labore et dolore magna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aliqua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. Sit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amet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mattis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vulputate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enim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nulla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aliquet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chemeClr val="bg1"/>
                </a:solidFill>
                <a:latin typeface="Pfizer Diatype Office" panose="020B0504040202060203" pitchFamily="34" charset="77"/>
              </a:rPr>
              <a:t>porttitor</a:t>
            </a:r>
            <a:r>
              <a:rPr sz="1800">
                <a:solidFill>
                  <a:schemeClr val="bg1"/>
                </a:solidFill>
                <a:latin typeface="Pfizer Diatype Office" panose="020B0504040202060203" pitchFamily="34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64036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85C40C-3DC8-6ADA-888E-FCCF3DF42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E320D-CFAB-0313-39DB-04DD467774D4}"/>
              </a:ext>
            </a:extLst>
          </p:cNvPr>
          <p:cNvSpPr txBox="1">
            <a:spLocks/>
          </p:cNvSpPr>
          <p:nvPr/>
        </p:nvSpPr>
        <p:spPr>
          <a:xfrm>
            <a:off x="614625" y="648063"/>
            <a:ext cx="4109954" cy="35907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799"/>
              </a:lnSpc>
            </a:pPr>
            <a:r>
              <a:rPr lang="en-US" sz="2699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Data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DE85682D-DC08-655B-AC76-68E76C629253}"/>
              </a:ext>
            </a:extLst>
          </p:cNvPr>
          <p:cNvSpPr txBox="1"/>
          <p:nvPr/>
        </p:nvSpPr>
        <p:spPr>
          <a:xfrm>
            <a:off x="608992" y="1308628"/>
            <a:ext cx="6566728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consectetur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tempor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labore et dolore magna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aliqua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. 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B204A8D5-A487-8D6B-AA7E-CF6949A87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936971"/>
              </p:ext>
            </p:extLst>
          </p:nvPr>
        </p:nvGraphicFramePr>
        <p:xfrm>
          <a:off x="238158" y="2156781"/>
          <a:ext cx="3989305" cy="3006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BCE9CC17-ACAB-F3D6-8AE1-6CBFFB128D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0800018"/>
              </p:ext>
            </p:extLst>
          </p:nvPr>
        </p:nvGraphicFramePr>
        <p:xfrm>
          <a:off x="4002126" y="2156781"/>
          <a:ext cx="3989305" cy="3006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811A6A14-FD16-2DE8-AD54-5DACC51072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6200544"/>
              </p:ext>
            </p:extLst>
          </p:nvPr>
        </p:nvGraphicFramePr>
        <p:xfrm>
          <a:off x="7865317" y="2156781"/>
          <a:ext cx="3989305" cy="3006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01783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F1214E-C78B-3E0E-0D30-3E4915EBA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BF6B9F04-39BD-911E-CEA8-9AAFF53076B7}"/>
              </a:ext>
            </a:extLst>
          </p:cNvPr>
          <p:cNvSpPr txBox="1"/>
          <p:nvPr/>
        </p:nvSpPr>
        <p:spPr>
          <a:xfrm>
            <a:off x="608992" y="1324904"/>
            <a:ext cx="3427224" cy="2215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consectetur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tempor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labore et dolore magna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aliqua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. Sit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mattis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vulputate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enim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nulla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porttitor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. Maecenas sed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enim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sem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viverra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.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Vulputate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sapien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nec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sagittis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aliquam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. Massa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massa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ultricies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mi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quis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hendrerit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dolor magna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eget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AE25B-8A5F-AA7D-9935-192B7F1570A1}"/>
              </a:ext>
            </a:extLst>
          </p:cNvPr>
          <p:cNvSpPr txBox="1">
            <a:spLocks/>
          </p:cNvSpPr>
          <p:nvPr/>
        </p:nvSpPr>
        <p:spPr>
          <a:xfrm>
            <a:off x="602595" y="589919"/>
            <a:ext cx="5271854" cy="4615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999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Headline Goes Here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510CDE0-D20C-5A5C-A129-6B9B14E43D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247928"/>
              </p:ext>
            </p:extLst>
          </p:nvPr>
        </p:nvGraphicFramePr>
        <p:xfrm>
          <a:off x="5180995" y="989768"/>
          <a:ext cx="6308658" cy="4846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10">
            <a:extLst>
              <a:ext uri="{FF2B5EF4-FFF2-40B4-BE49-F238E27FC236}">
                <a16:creationId xmlns:a16="http://schemas.microsoft.com/office/drawing/2014/main" id="{E9F0E7E9-517C-0E50-DAC1-2FAD2EB7F5BA}"/>
              </a:ext>
            </a:extLst>
          </p:cNvPr>
          <p:cNvSpPr txBox="1"/>
          <p:nvPr/>
        </p:nvSpPr>
        <p:spPr>
          <a:xfrm>
            <a:off x="6096001" y="5962963"/>
            <a:ext cx="5295900" cy="43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950">
                <a:solidFill>
                  <a:srgbClr val="02005E"/>
                </a:solidFill>
                <a:latin typeface="Pfizer Diatype Office" panose="020B0504040202060203" pitchFamily="34" charset="77"/>
              </a:rPr>
              <a:t>Note: 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</a:t>
            </a:r>
            <a:r>
              <a:rPr lang="en-US" sz="9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por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 magna. </a:t>
            </a:r>
            <a:endParaRPr lang="en-US" sz="950">
              <a:solidFill>
                <a:srgbClr val="02005E"/>
              </a:solidFill>
              <a:latin typeface="Pfizer Diatype Office" panose="020B0504040202060203" pitchFamily="34" charset="77"/>
            </a:endParaRPr>
          </a:p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950">
                <a:solidFill>
                  <a:srgbClr val="02005E"/>
                </a:solidFill>
                <a:latin typeface="Pfizer Diatype Office" panose="020B0504040202060203" pitchFamily="34" charset="77"/>
              </a:rPr>
              <a:t>Source: Lorem ipsum dolor sit </a:t>
            </a:r>
            <a:r>
              <a:rPr lang="en-US"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lang="en-US" sz="950">
                <a:solidFill>
                  <a:srgbClr val="02005E"/>
                </a:solidFill>
                <a:latin typeface="Pfizer Diatype Office" panose="020B0504040202060203" pitchFamily="34" charset="77"/>
              </a:rPr>
              <a:t>.</a:t>
            </a:r>
          </a:p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endParaRPr sz="95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6499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F1214E-C78B-3E0E-0D30-3E4915EBA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BF6B9F04-39BD-911E-CEA8-9AAFF53076B7}"/>
              </a:ext>
            </a:extLst>
          </p:cNvPr>
          <p:cNvSpPr txBox="1"/>
          <p:nvPr/>
        </p:nvSpPr>
        <p:spPr>
          <a:xfrm>
            <a:off x="608992" y="1324904"/>
            <a:ext cx="3427224" cy="2215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consectetur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tempor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labore et dolore magna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aliqua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. Sit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mattis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vulputate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enim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nulla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porttitor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. Maecenas sed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enim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sem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viverra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.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Vulputate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sapien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nec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sagittis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aliquam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. Massa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massa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ultricies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mi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quis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hendrerit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dolor magna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eget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AE25B-8A5F-AA7D-9935-192B7F1570A1}"/>
              </a:ext>
            </a:extLst>
          </p:cNvPr>
          <p:cNvSpPr txBox="1">
            <a:spLocks/>
          </p:cNvSpPr>
          <p:nvPr/>
        </p:nvSpPr>
        <p:spPr>
          <a:xfrm>
            <a:off x="602595" y="589919"/>
            <a:ext cx="5271854" cy="4615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999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Headline Goes Here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E7EEBDE-F619-866F-B9E3-D5427005DE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2018815"/>
              </p:ext>
            </p:extLst>
          </p:nvPr>
        </p:nvGraphicFramePr>
        <p:xfrm>
          <a:off x="6191949" y="1051456"/>
          <a:ext cx="4691492" cy="4618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10">
            <a:extLst>
              <a:ext uri="{FF2B5EF4-FFF2-40B4-BE49-F238E27FC236}">
                <a16:creationId xmlns:a16="http://schemas.microsoft.com/office/drawing/2014/main" id="{9AD00708-6ECE-814C-834A-5B9ED3DCBCDA}"/>
              </a:ext>
            </a:extLst>
          </p:cNvPr>
          <p:cNvSpPr txBox="1"/>
          <p:nvPr/>
        </p:nvSpPr>
        <p:spPr>
          <a:xfrm>
            <a:off x="6096001" y="5962963"/>
            <a:ext cx="5295900" cy="43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950">
                <a:solidFill>
                  <a:srgbClr val="02005E"/>
                </a:solidFill>
                <a:latin typeface="Pfizer Diatype Office" panose="020B0504040202060203" pitchFamily="34" charset="77"/>
              </a:rPr>
              <a:t>Note: 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</a:t>
            </a:r>
            <a:r>
              <a:rPr lang="en-US" sz="9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por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950">
                <a:solidFill>
                  <a:srgbClr val="02005E"/>
                </a:solidFill>
                <a:latin typeface="Pfizer Diatype Office" panose="020B0504040202060203" pitchFamily="34" charset="77"/>
              </a:rPr>
              <a:t> magna. </a:t>
            </a:r>
            <a:endParaRPr lang="en-US" sz="950">
              <a:solidFill>
                <a:srgbClr val="02005E"/>
              </a:solidFill>
              <a:latin typeface="Pfizer Diatype Office" panose="020B0504040202060203" pitchFamily="34" charset="77"/>
            </a:endParaRPr>
          </a:p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950">
                <a:solidFill>
                  <a:srgbClr val="02005E"/>
                </a:solidFill>
                <a:latin typeface="Pfizer Diatype Office" panose="020B0504040202060203" pitchFamily="34" charset="77"/>
              </a:rPr>
              <a:t>Source: Lorem ipsum dolor sit </a:t>
            </a:r>
            <a:r>
              <a:rPr lang="en-US" sz="95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lang="en-US" sz="950">
                <a:solidFill>
                  <a:srgbClr val="02005E"/>
                </a:solidFill>
                <a:latin typeface="Pfizer Diatype Office" panose="020B0504040202060203" pitchFamily="34" charset="77"/>
              </a:rPr>
              <a:t>.</a:t>
            </a:r>
          </a:p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endParaRPr sz="95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74164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85C40C-3DC8-6ADA-888E-FCCF3DF42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E320D-CFAB-0313-39DB-04DD467774D4}"/>
              </a:ext>
            </a:extLst>
          </p:cNvPr>
          <p:cNvSpPr txBox="1">
            <a:spLocks/>
          </p:cNvSpPr>
          <p:nvPr/>
        </p:nvSpPr>
        <p:spPr>
          <a:xfrm>
            <a:off x="614625" y="648063"/>
            <a:ext cx="4109954" cy="35907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799"/>
              </a:lnSpc>
            </a:pPr>
            <a:r>
              <a:rPr lang="en-US" sz="2699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Project Stages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DE85682D-DC08-655B-AC76-68E76C629253}"/>
              </a:ext>
            </a:extLst>
          </p:cNvPr>
          <p:cNvSpPr txBox="1"/>
          <p:nvPr/>
        </p:nvSpPr>
        <p:spPr>
          <a:xfrm>
            <a:off x="608992" y="1308628"/>
            <a:ext cx="6566728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consectetur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tempor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 labore et dolore magna </a:t>
            </a:r>
            <a:r>
              <a:rPr sz="18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aliqua</a:t>
            </a:r>
            <a:r>
              <a:rPr sz="1800">
                <a:solidFill>
                  <a:srgbClr val="02005E"/>
                </a:solidFill>
                <a:latin typeface="Pfizer Diatype Office" panose="020B0504040202060203" pitchFamily="34" charset="77"/>
              </a:rPr>
              <a:t>. </a:t>
            </a:r>
          </a:p>
        </p:txBody>
      </p:sp>
      <p:sp>
        <p:nvSpPr>
          <p:cNvPr id="5" name="Google Shape;305;p64">
            <a:extLst>
              <a:ext uri="{FF2B5EF4-FFF2-40B4-BE49-F238E27FC236}">
                <a16:creationId xmlns:a16="http://schemas.microsoft.com/office/drawing/2014/main" id="{F5AA3B67-CE87-161C-B0F1-045251DC502C}"/>
              </a:ext>
            </a:extLst>
          </p:cNvPr>
          <p:cNvSpPr/>
          <p:nvPr/>
        </p:nvSpPr>
        <p:spPr>
          <a:xfrm>
            <a:off x="608992" y="3670635"/>
            <a:ext cx="2482107" cy="760417"/>
          </a:xfrm>
          <a:prstGeom prst="roundRect">
            <a:avLst>
              <a:gd name="adj" fmla="val 12630"/>
            </a:avLst>
          </a:prstGeom>
          <a:solidFill>
            <a:srgbClr val="F9FDFF"/>
          </a:solidFill>
          <a:ln w="28575"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609433">
              <a:lnSpc>
                <a:spcPts val="1400"/>
              </a:lnSpc>
              <a:buClr>
                <a:srgbClr val="FFFFFF"/>
              </a:buClr>
              <a:buSzPts val="1800"/>
              <a:defRPr/>
            </a:pPr>
            <a:r>
              <a:rPr lang="en-US" sz="1400" b="1" kern="0">
                <a:solidFill>
                  <a:srgbClr val="0000CA"/>
                </a:solidFill>
                <a:latin typeface="Pfizer Tomorrow" panose="02010503040201060303" pitchFamily="2" charset="77"/>
                <a:ea typeface="Red Hat Display Black" panose="02010303040201060303" pitchFamily="2" charset="0"/>
                <a:cs typeface="Red Hat Display Black" panose="02010303040201060303" pitchFamily="2" charset="0"/>
                <a:sym typeface="Century Gothic"/>
              </a:rPr>
              <a:t>Stage 1</a:t>
            </a:r>
            <a:endParaRPr lang="en-US" sz="1200" b="1" kern="0">
              <a:solidFill>
                <a:srgbClr val="0000CA"/>
              </a:solidFill>
              <a:latin typeface="Pfizer Tomorrow" panose="02010503040201060303" pitchFamily="2" charset="77"/>
              <a:ea typeface="Red Hat Display Medium" panose="02010303040201060303" pitchFamily="2" charset="0"/>
              <a:cs typeface="Red Hat Display Medium" panose="02010303040201060303" pitchFamily="2" charset="0"/>
              <a:sym typeface="Arial"/>
            </a:endParaRPr>
          </a:p>
        </p:txBody>
      </p:sp>
      <p:sp>
        <p:nvSpPr>
          <p:cNvPr id="6" name="Google Shape;305;p64">
            <a:extLst>
              <a:ext uri="{FF2B5EF4-FFF2-40B4-BE49-F238E27FC236}">
                <a16:creationId xmlns:a16="http://schemas.microsoft.com/office/drawing/2014/main" id="{07D34AA0-DE15-0172-5DE4-6718BDDF9F9C}"/>
              </a:ext>
            </a:extLst>
          </p:cNvPr>
          <p:cNvSpPr/>
          <p:nvPr/>
        </p:nvSpPr>
        <p:spPr>
          <a:xfrm>
            <a:off x="3203669" y="3670635"/>
            <a:ext cx="1520642" cy="760417"/>
          </a:xfrm>
          <a:prstGeom prst="roundRect">
            <a:avLst>
              <a:gd name="adj" fmla="val 14255"/>
            </a:avLst>
          </a:prstGeom>
          <a:solidFill>
            <a:srgbClr val="BDE7FF"/>
          </a:solidFill>
          <a:ln w="28575"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609433">
              <a:lnSpc>
                <a:spcPts val="1400"/>
              </a:lnSpc>
              <a:buClr>
                <a:srgbClr val="FFFFFF"/>
              </a:buClr>
              <a:buSzPts val="1800"/>
              <a:defRPr/>
            </a:pPr>
            <a:r>
              <a:rPr lang="en-US" sz="1400" b="1" kern="0">
                <a:solidFill>
                  <a:srgbClr val="0000CA"/>
                </a:solidFill>
                <a:latin typeface="Pfizer Tomorrow" panose="02010503040201060303" pitchFamily="2" charset="77"/>
                <a:ea typeface="Red Hat Display Black" panose="02010303040201060303" pitchFamily="2" charset="0"/>
                <a:cs typeface="Red Hat Display Black" panose="02010303040201060303" pitchFamily="2" charset="0"/>
                <a:sym typeface="Century Gothic"/>
              </a:rPr>
              <a:t>Stage 2</a:t>
            </a:r>
            <a:endParaRPr lang="en-US" sz="1200" b="1" kern="0">
              <a:solidFill>
                <a:srgbClr val="0000CA"/>
              </a:solidFill>
              <a:latin typeface="Pfizer Tomorrow" panose="02010503040201060303" pitchFamily="2" charset="77"/>
              <a:ea typeface="Red Hat Display Medium" panose="02010303040201060303" pitchFamily="2" charset="0"/>
              <a:cs typeface="Red Hat Display Medium" panose="02010303040201060303" pitchFamily="2" charset="0"/>
              <a:sym typeface="Arial"/>
            </a:endParaRPr>
          </a:p>
        </p:txBody>
      </p:sp>
      <p:sp>
        <p:nvSpPr>
          <p:cNvPr id="7" name="Google Shape;305;p64">
            <a:extLst>
              <a:ext uri="{FF2B5EF4-FFF2-40B4-BE49-F238E27FC236}">
                <a16:creationId xmlns:a16="http://schemas.microsoft.com/office/drawing/2014/main" id="{530762CA-1BF2-E50B-EDF5-DD5349D9F6FD}"/>
              </a:ext>
            </a:extLst>
          </p:cNvPr>
          <p:cNvSpPr/>
          <p:nvPr/>
        </p:nvSpPr>
        <p:spPr>
          <a:xfrm>
            <a:off x="4836881" y="3670635"/>
            <a:ext cx="2053179" cy="760417"/>
          </a:xfrm>
          <a:prstGeom prst="roundRect">
            <a:avLst>
              <a:gd name="adj" fmla="val 14255"/>
            </a:avLst>
          </a:prstGeom>
          <a:solidFill>
            <a:srgbClr val="0095FF"/>
          </a:solidFill>
          <a:ln w="28575"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609433">
              <a:lnSpc>
                <a:spcPts val="1400"/>
              </a:lnSpc>
              <a:buClr>
                <a:srgbClr val="FFFFFF"/>
              </a:buClr>
              <a:buSzPts val="1800"/>
              <a:defRPr/>
            </a:pPr>
            <a:r>
              <a:rPr lang="en-US" sz="1400" b="1" kern="0">
                <a:solidFill>
                  <a:schemeClr val="bg1"/>
                </a:solidFill>
                <a:latin typeface="Pfizer Tomorrow" panose="02010503040201060303" pitchFamily="2" charset="77"/>
                <a:ea typeface="Red Hat Display Black" panose="02010303040201060303" pitchFamily="2" charset="0"/>
                <a:cs typeface="Red Hat Display Black" panose="02010303040201060303" pitchFamily="2" charset="0"/>
                <a:sym typeface="Century Gothic"/>
              </a:rPr>
              <a:t>Stage 3</a:t>
            </a:r>
            <a:endParaRPr lang="en-US" sz="1200" b="1" kern="0">
              <a:solidFill>
                <a:schemeClr val="bg1"/>
              </a:solidFill>
              <a:latin typeface="Pfizer Tomorrow" panose="02010503040201060303" pitchFamily="2" charset="77"/>
              <a:ea typeface="Red Hat Display Medium" panose="02010303040201060303" pitchFamily="2" charset="0"/>
              <a:cs typeface="Red Hat Display Medium" panose="02010303040201060303" pitchFamily="2" charset="0"/>
              <a:sym typeface="Arial"/>
            </a:endParaRPr>
          </a:p>
        </p:txBody>
      </p:sp>
      <p:sp>
        <p:nvSpPr>
          <p:cNvPr id="8" name="Google Shape;305;p64">
            <a:extLst>
              <a:ext uri="{FF2B5EF4-FFF2-40B4-BE49-F238E27FC236}">
                <a16:creationId xmlns:a16="http://schemas.microsoft.com/office/drawing/2014/main" id="{E652375C-97E2-C8F5-C6D1-4E2C84116A19}"/>
              </a:ext>
            </a:extLst>
          </p:cNvPr>
          <p:cNvSpPr/>
          <p:nvPr/>
        </p:nvSpPr>
        <p:spPr>
          <a:xfrm>
            <a:off x="7002628" y="3670635"/>
            <a:ext cx="1574424" cy="760417"/>
          </a:xfrm>
          <a:prstGeom prst="roundRect">
            <a:avLst>
              <a:gd name="adj" fmla="val 17504"/>
            </a:avLst>
          </a:prstGeom>
          <a:solidFill>
            <a:srgbClr val="0000CA"/>
          </a:solidFill>
          <a:ln w="28575"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609433">
              <a:lnSpc>
                <a:spcPts val="1400"/>
              </a:lnSpc>
              <a:buClr>
                <a:srgbClr val="FFFFFF"/>
              </a:buClr>
              <a:buSzPts val="1800"/>
              <a:defRPr/>
            </a:pPr>
            <a:r>
              <a:rPr lang="en-US" sz="1400" b="1" kern="0">
                <a:solidFill>
                  <a:schemeClr val="bg1"/>
                </a:solidFill>
                <a:latin typeface="Pfizer Tomorrow" panose="02010503040201060303" pitchFamily="2" charset="77"/>
                <a:ea typeface="Red Hat Display Black" panose="02010303040201060303" pitchFamily="2" charset="0"/>
                <a:cs typeface="Red Hat Display Black" panose="02010303040201060303" pitchFamily="2" charset="0"/>
                <a:sym typeface="Century Gothic"/>
              </a:rPr>
              <a:t>Stage 4</a:t>
            </a:r>
            <a:endParaRPr lang="en-US" sz="1200" b="1" kern="0">
              <a:solidFill>
                <a:schemeClr val="bg1"/>
              </a:solidFill>
              <a:latin typeface="Pfizer Tomorrow" panose="02010503040201060303" pitchFamily="2" charset="77"/>
              <a:ea typeface="Red Hat Display Medium" panose="02010303040201060303" pitchFamily="2" charset="0"/>
              <a:cs typeface="Red Hat Display Medium" panose="02010303040201060303" pitchFamily="2" charset="0"/>
              <a:sym typeface="Arial"/>
            </a:endParaRPr>
          </a:p>
        </p:txBody>
      </p:sp>
      <p:sp>
        <p:nvSpPr>
          <p:cNvPr id="9" name="Google Shape;305;p64">
            <a:extLst>
              <a:ext uri="{FF2B5EF4-FFF2-40B4-BE49-F238E27FC236}">
                <a16:creationId xmlns:a16="http://schemas.microsoft.com/office/drawing/2014/main" id="{557251AB-9C18-54EF-A51B-FDAF53FD0479}"/>
              </a:ext>
            </a:extLst>
          </p:cNvPr>
          <p:cNvSpPr/>
          <p:nvPr/>
        </p:nvSpPr>
        <p:spPr>
          <a:xfrm>
            <a:off x="8689622" y="3670635"/>
            <a:ext cx="2892748" cy="760417"/>
          </a:xfrm>
          <a:prstGeom prst="roundRect">
            <a:avLst>
              <a:gd name="adj" fmla="val 15879"/>
            </a:avLst>
          </a:prstGeom>
          <a:solidFill>
            <a:srgbClr val="02005E"/>
          </a:solidFill>
          <a:ln w="28575"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609433">
              <a:lnSpc>
                <a:spcPts val="1400"/>
              </a:lnSpc>
              <a:buClr>
                <a:srgbClr val="FFFFFF"/>
              </a:buClr>
              <a:buSzPts val="1800"/>
              <a:defRPr/>
            </a:pPr>
            <a:r>
              <a:rPr lang="en-US" sz="1400" b="1" kern="0">
                <a:solidFill>
                  <a:schemeClr val="bg1"/>
                </a:solidFill>
                <a:latin typeface="Pfizer Tomorrow" panose="02010503040201060303" pitchFamily="2" charset="77"/>
                <a:ea typeface="Red Hat Display Black" panose="02010303040201060303" pitchFamily="2" charset="0"/>
                <a:cs typeface="Red Hat Display Black" panose="02010303040201060303" pitchFamily="2" charset="0"/>
                <a:sym typeface="Century Gothic"/>
              </a:rPr>
              <a:t>Stage 5</a:t>
            </a:r>
            <a:endParaRPr lang="en-US" sz="1200" b="1" kern="0">
              <a:solidFill>
                <a:schemeClr val="bg1"/>
              </a:solidFill>
              <a:latin typeface="Pfizer Tomorrow" panose="02010503040201060303" pitchFamily="2" charset="77"/>
              <a:ea typeface="Red Hat Display Medium" panose="02010303040201060303" pitchFamily="2" charset="0"/>
              <a:cs typeface="Red Hat Display Medium" panose="02010303040201060303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E097D1-AB2B-00F9-D2B0-D16B53AA33A1}"/>
              </a:ext>
            </a:extLst>
          </p:cNvPr>
          <p:cNvSpPr txBox="1"/>
          <p:nvPr/>
        </p:nvSpPr>
        <p:spPr>
          <a:xfrm>
            <a:off x="3203669" y="2661387"/>
            <a:ext cx="977823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1400">
                <a:solidFill>
                  <a:srgbClr val="02005E"/>
                </a:solidFill>
                <a:latin typeface="Pfizer Diatype Office" panose="020B0504040202060203" pitchFamily="34" charset="77"/>
              </a:rPr>
              <a:t>Month</a:t>
            </a:r>
          </a:p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1400">
                <a:solidFill>
                  <a:srgbClr val="02005E"/>
                </a:solidFill>
                <a:latin typeface="Pfizer Diatype Office" panose="020B0504040202060203" pitchFamily="34" charset="77"/>
              </a:rPr>
              <a:t>2024</a:t>
            </a:r>
            <a:endParaRPr sz="14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9002FE-864B-1C60-82F8-29B78091DC73}"/>
              </a:ext>
            </a:extLst>
          </p:cNvPr>
          <p:cNvSpPr txBox="1"/>
          <p:nvPr/>
        </p:nvSpPr>
        <p:spPr>
          <a:xfrm>
            <a:off x="4836881" y="2661387"/>
            <a:ext cx="977823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1400">
                <a:solidFill>
                  <a:srgbClr val="02005E"/>
                </a:solidFill>
                <a:latin typeface="Pfizer Diatype Office" panose="020B0504040202060203" pitchFamily="34" charset="77"/>
              </a:rPr>
              <a:t>Month</a:t>
            </a:r>
          </a:p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1400">
                <a:solidFill>
                  <a:srgbClr val="02005E"/>
                </a:solidFill>
                <a:latin typeface="Pfizer Diatype Office" panose="020B0504040202060203" pitchFamily="34" charset="77"/>
              </a:rPr>
              <a:t>2024</a:t>
            </a:r>
            <a:endParaRPr sz="14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F6B5EA-7F28-3557-6398-8B461E8F36E1}"/>
              </a:ext>
            </a:extLst>
          </p:cNvPr>
          <p:cNvSpPr txBox="1"/>
          <p:nvPr/>
        </p:nvSpPr>
        <p:spPr>
          <a:xfrm>
            <a:off x="7002630" y="2661387"/>
            <a:ext cx="977823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1400">
                <a:solidFill>
                  <a:srgbClr val="02005E"/>
                </a:solidFill>
                <a:latin typeface="Pfizer Diatype Office" panose="020B0504040202060203" pitchFamily="34" charset="77"/>
              </a:rPr>
              <a:t>Month</a:t>
            </a:r>
          </a:p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1400">
                <a:solidFill>
                  <a:srgbClr val="02005E"/>
                </a:solidFill>
                <a:latin typeface="Pfizer Diatype Office" panose="020B0504040202060203" pitchFamily="34" charset="77"/>
              </a:rPr>
              <a:t>2024</a:t>
            </a:r>
            <a:endParaRPr sz="14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1C8A6F-2DF9-F7E1-C9D6-28D9BEF91A32}"/>
              </a:ext>
            </a:extLst>
          </p:cNvPr>
          <p:cNvSpPr txBox="1"/>
          <p:nvPr/>
        </p:nvSpPr>
        <p:spPr>
          <a:xfrm>
            <a:off x="8689624" y="2661387"/>
            <a:ext cx="977823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1400">
                <a:solidFill>
                  <a:srgbClr val="02005E"/>
                </a:solidFill>
                <a:latin typeface="Pfizer Diatype Office" panose="020B0504040202060203" pitchFamily="34" charset="77"/>
              </a:rPr>
              <a:t>Month</a:t>
            </a:r>
          </a:p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1400">
                <a:solidFill>
                  <a:srgbClr val="02005E"/>
                </a:solidFill>
                <a:latin typeface="Pfizer Diatype Office" panose="020B0504040202060203" pitchFamily="34" charset="77"/>
              </a:rPr>
              <a:t>2025</a:t>
            </a:r>
            <a:endParaRPr sz="14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E6C322-912A-2908-D9CA-CBBA4DF6328B}"/>
              </a:ext>
            </a:extLst>
          </p:cNvPr>
          <p:cNvCxnSpPr>
            <a:cxnSpLocks/>
          </p:cNvCxnSpPr>
          <p:nvPr/>
        </p:nvCxnSpPr>
        <p:spPr>
          <a:xfrm flipV="1">
            <a:off x="3091099" y="2661388"/>
            <a:ext cx="0" cy="88823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42B1FD-87D4-B9A9-C480-F2AE130F990E}"/>
              </a:ext>
            </a:extLst>
          </p:cNvPr>
          <p:cNvCxnSpPr>
            <a:cxnSpLocks/>
          </p:cNvCxnSpPr>
          <p:nvPr/>
        </p:nvCxnSpPr>
        <p:spPr>
          <a:xfrm flipV="1">
            <a:off x="4724311" y="2661388"/>
            <a:ext cx="0" cy="88823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83DEA50-AC44-9D9B-2CF1-963C8E005364}"/>
              </a:ext>
            </a:extLst>
          </p:cNvPr>
          <p:cNvCxnSpPr>
            <a:cxnSpLocks/>
          </p:cNvCxnSpPr>
          <p:nvPr/>
        </p:nvCxnSpPr>
        <p:spPr>
          <a:xfrm flipV="1">
            <a:off x="6882676" y="2661388"/>
            <a:ext cx="0" cy="88823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B7224A-A727-EF5D-5EFF-3DE14C29502D}"/>
              </a:ext>
            </a:extLst>
          </p:cNvPr>
          <p:cNvCxnSpPr>
            <a:cxnSpLocks/>
          </p:cNvCxnSpPr>
          <p:nvPr/>
        </p:nvCxnSpPr>
        <p:spPr>
          <a:xfrm flipV="1">
            <a:off x="8563339" y="2661388"/>
            <a:ext cx="0" cy="88823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10">
            <a:extLst>
              <a:ext uri="{FF2B5EF4-FFF2-40B4-BE49-F238E27FC236}">
                <a16:creationId xmlns:a16="http://schemas.microsoft.com/office/drawing/2014/main" id="{C909065B-A8EF-B62D-295C-F7DFA4F49DD4}"/>
              </a:ext>
            </a:extLst>
          </p:cNvPr>
          <p:cNvSpPr txBox="1"/>
          <p:nvPr/>
        </p:nvSpPr>
        <p:spPr>
          <a:xfrm>
            <a:off x="608993" y="4734308"/>
            <a:ext cx="1905280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</a:t>
            </a:r>
            <a:r>
              <a:rPr lang="en-US"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por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labore et dolore magna. </a:t>
            </a: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64AA19C0-135E-BDCC-7791-C73003C6820A}"/>
              </a:ext>
            </a:extLst>
          </p:cNvPr>
          <p:cNvSpPr txBox="1"/>
          <p:nvPr/>
        </p:nvSpPr>
        <p:spPr>
          <a:xfrm>
            <a:off x="3203937" y="4734308"/>
            <a:ext cx="1286796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</a:t>
            </a:r>
            <a:r>
              <a:rPr lang="en-US"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lang="en-US" sz="1200">
                <a:solidFill>
                  <a:srgbClr val="02005E"/>
                </a:solidFill>
                <a:latin typeface="Pfizer Diatype Office" panose="020B0504040202060203" pitchFamily="34" charset="77"/>
              </a:rPr>
              <a:t>.</a:t>
            </a:r>
            <a:endParaRPr sz="12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0D4C594B-800E-98A5-95F2-5B2881E6FF58}"/>
              </a:ext>
            </a:extLst>
          </p:cNvPr>
          <p:cNvSpPr txBox="1"/>
          <p:nvPr/>
        </p:nvSpPr>
        <p:spPr>
          <a:xfrm>
            <a:off x="4857710" y="4734308"/>
            <a:ext cx="1905280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</a:t>
            </a:r>
            <a:r>
              <a:rPr lang="en-US"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por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labore et dolore magna. 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820EC4F4-64D0-A658-97F5-A4213B1DEC13}"/>
              </a:ext>
            </a:extLst>
          </p:cNvPr>
          <p:cNvSpPr txBox="1"/>
          <p:nvPr/>
        </p:nvSpPr>
        <p:spPr>
          <a:xfrm>
            <a:off x="8743404" y="4734308"/>
            <a:ext cx="1905280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</a:t>
            </a:r>
            <a:r>
              <a:rPr lang="en-US"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por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labore et dolore magna. </a:t>
            </a: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C34D0A07-93DA-8F9A-8A98-D50B27542193}"/>
              </a:ext>
            </a:extLst>
          </p:cNvPr>
          <p:cNvSpPr txBox="1"/>
          <p:nvPr/>
        </p:nvSpPr>
        <p:spPr>
          <a:xfrm>
            <a:off x="7089631" y="4734308"/>
            <a:ext cx="1286796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</a:t>
            </a:r>
            <a:r>
              <a:rPr lang="en-US"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2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2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lang="en-US" sz="1200">
                <a:solidFill>
                  <a:srgbClr val="02005E"/>
                </a:solidFill>
                <a:latin typeface="Pfizer Diatype Office" panose="020B0504040202060203" pitchFamily="34" charset="77"/>
              </a:rPr>
              <a:t>.</a:t>
            </a:r>
            <a:endParaRPr sz="12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CF7D08-B917-D54F-EF25-D511EA75DDA6}"/>
              </a:ext>
            </a:extLst>
          </p:cNvPr>
          <p:cNvSpPr txBox="1"/>
          <p:nvPr/>
        </p:nvSpPr>
        <p:spPr>
          <a:xfrm>
            <a:off x="737517" y="2661387"/>
            <a:ext cx="977823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1400">
                <a:solidFill>
                  <a:srgbClr val="02005E"/>
                </a:solidFill>
                <a:latin typeface="Pfizer Diatype Office" panose="020B0504040202060203" pitchFamily="34" charset="77"/>
              </a:rPr>
              <a:t>Month</a:t>
            </a:r>
          </a:p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lang="en-US" sz="1400">
                <a:solidFill>
                  <a:srgbClr val="02005E"/>
                </a:solidFill>
                <a:latin typeface="Pfizer Diatype Office" panose="020B0504040202060203" pitchFamily="34" charset="77"/>
              </a:rPr>
              <a:t>2024</a:t>
            </a:r>
            <a:endParaRPr sz="14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F97719-254D-DB3B-25F5-B483ED71C19E}"/>
              </a:ext>
            </a:extLst>
          </p:cNvPr>
          <p:cNvCxnSpPr>
            <a:cxnSpLocks/>
          </p:cNvCxnSpPr>
          <p:nvPr/>
        </p:nvCxnSpPr>
        <p:spPr>
          <a:xfrm flipV="1">
            <a:off x="624946" y="2661388"/>
            <a:ext cx="0" cy="88823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263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75155AA-C962-CFE0-A93F-C3EFF2624942}"/>
              </a:ext>
            </a:extLst>
          </p:cNvPr>
          <p:cNvSpPr/>
          <p:nvPr/>
        </p:nvSpPr>
        <p:spPr>
          <a:xfrm>
            <a:off x="614626" y="1600439"/>
            <a:ext cx="2098535" cy="4125112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>
              <a:latin typeface="Pfizer Diatype Office" panose="020B0504040202060203" pitchFamily="34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1493B39-7E3E-16CC-0D41-83B72C9CEABE}"/>
              </a:ext>
            </a:extLst>
          </p:cNvPr>
          <p:cNvSpPr/>
          <p:nvPr/>
        </p:nvSpPr>
        <p:spPr>
          <a:xfrm>
            <a:off x="2829545" y="1600439"/>
            <a:ext cx="2098535" cy="4125112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>
              <a:latin typeface="Pfizer Diatype Office" panose="020B0504040202060203" pitchFamily="34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2006698-3B30-6AE5-A03A-500E075DD92D}"/>
              </a:ext>
            </a:extLst>
          </p:cNvPr>
          <p:cNvSpPr/>
          <p:nvPr/>
        </p:nvSpPr>
        <p:spPr>
          <a:xfrm>
            <a:off x="5044463" y="1600439"/>
            <a:ext cx="2098535" cy="4125112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>
              <a:latin typeface="Pfizer Diatype Office" panose="020B0504040202060203" pitchFamily="34" charset="77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552FF10-FAB6-BC6A-9E63-23DC80A78A13}"/>
              </a:ext>
            </a:extLst>
          </p:cNvPr>
          <p:cNvSpPr/>
          <p:nvPr/>
        </p:nvSpPr>
        <p:spPr>
          <a:xfrm>
            <a:off x="7259382" y="1600439"/>
            <a:ext cx="2098535" cy="4125112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>
              <a:latin typeface="Pfizer Diatype Office" panose="020B0504040202060203" pitchFamily="34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186F895-DF6B-49BB-DED0-EA1FA73B63B4}"/>
              </a:ext>
            </a:extLst>
          </p:cNvPr>
          <p:cNvSpPr/>
          <p:nvPr/>
        </p:nvSpPr>
        <p:spPr>
          <a:xfrm>
            <a:off x="9503558" y="1600439"/>
            <a:ext cx="2098535" cy="4125112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>
              <a:latin typeface="Pfizer Diatype Office" panose="020B0504040202060203" pitchFamily="34" charset="77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85C40C-3DC8-6ADA-888E-FCCF3DF42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4D1447-BE61-2380-F377-91FC39A67B32}"/>
              </a:ext>
            </a:extLst>
          </p:cNvPr>
          <p:cNvSpPr txBox="1"/>
          <p:nvPr/>
        </p:nvSpPr>
        <p:spPr>
          <a:xfrm>
            <a:off x="614626" y="1533214"/>
            <a:ext cx="2098535" cy="707856"/>
          </a:xfrm>
          <a:prstGeom prst="rect">
            <a:avLst/>
          </a:prstGeom>
          <a:noFill/>
        </p:spPr>
        <p:txBody>
          <a:bodyPr wrap="square" lIns="137142" tIns="228570">
            <a:spAutoFit/>
          </a:bodyPr>
          <a:lstStyle/>
          <a:p>
            <a:r>
              <a:rPr lang="en-US" sz="1000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01</a:t>
            </a:r>
          </a:p>
          <a:p>
            <a:r>
              <a:rPr lang="en-US" sz="1800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Headline</a:t>
            </a:r>
            <a:endParaRPr lang="en-US" sz="1000" b="1" spc="-25">
              <a:solidFill>
                <a:schemeClr val="accent1"/>
              </a:solidFill>
              <a:latin typeface="Pfizer Tomorrow" panose="02010503040201060303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417415-FFF6-262A-871E-C0E337A2B9AE}"/>
              </a:ext>
            </a:extLst>
          </p:cNvPr>
          <p:cNvSpPr txBox="1"/>
          <p:nvPr/>
        </p:nvSpPr>
        <p:spPr>
          <a:xfrm>
            <a:off x="2826313" y="1533214"/>
            <a:ext cx="2098535" cy="707856"/>
          </a:xfrm>
          <a:prstGeom prst="rect">
            <a:avLst/>
          </a:prstGeom>
          <a:noFill/>
        </p:spPr>
        <p:txBody>
          <a:bodyPr wrap="square" lIns="137142" tIns="228570">
            <a:spAutoFit/>
          </a:bodyPr>
          <a:lstStyle/>
          <a:p>
            <a:r>
              <a:rPr lang="en-US" sz="1000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02</a:t>
            </a:r>
          </a:p>
          <a:p>
            <a:r>
              <a:rPr lang="en-US" sz="1800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Headline</a:t>
            </a:r>
            <a:endParaRPr lang="en-US" sz="1000" b="1" spc="-25">
              <a:solidFill>
                <a:schemeClr val="accent1"/>
              </a:solidFill>
              <a:latin typeface="Pfizer Tomorrow" panose="02010503040201060303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6F11FF-B6EB-FDD6-1D28-0F4E7FBCADA2}"/>
              </a:ext>
            </a:extLst>
          </p:cNvPr>
          <p:cNvSpPr txBox="1"/>
          <p:nvPr/>
        </p:nvSpPr>
        <p:spPr>
          <a:xfrm>
            <a:off x="5042309" y="1533213"/>
            <a:ext cx="2098535" cy="707856"/>
          </a:xfrm>
          <a:prstGeom prst="rect">
            <a:avLst/>
          </a:prstGeom>
          <a:noFill/>
        </p:spPr>
        <p:txBody>
          <a:bodyPr wrap="square" lIns="137142" tIns="228570">
            <a:spAutoFit/>
          </a:bodyPr>
          <a:lstStyle/>
          <a:p>
            <a:r>
              <a:rPr lang="en-US" sz="1000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03</a:t>
            </a:r>
          </a:p>
          <a:p>
            <a:r>
              <a:rPr lang="en-US" sz="1800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Headline</a:t>
            </a:r>
            <a:endParaRPr lang="en-US" sz="1000" b="1" spc="-25">
              <a:solidFill>
                <a:schemeClr val="accent1"/>
              </a:solidFill>
              <a:latin typeface="Pfizer Tomorrow" panose="02010503040201060303" pitchFamily="2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261BA5-EE95-0052-3E38-7FA4EC66083D}"/>
              </a:ext>
            </a:extLst>
          </p:cNvPr>
          <p:cNvSpPr txBox="1"/>
          <p:nvPr/>
        </p:nvSpPr>
        <p:spPr>
          <a:xfrm>
            <a:off x="7258306" y="1533214"/>
            <a:ext cx="2098535" cy="707856"/>
          </a:xfrm>
          <a:prstGeom prst="rect">
            <a:avLst/>
          </a:prstGeom>
          <a:noFill/>
        </p:spPr>
        <p:txBody>
          <a:bodyPr wrap="square" lIns="137142" tIns="228570">
            <a:spAutoFit/>
          </a:bodyPr>
          <a:lstStyle/>
          <a:p>
            <a:r>
              <a:rPr lang="en-US" sz="1000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04</a:t>
            </a:r>
          </a:p>
          <a:p>
            <a:r>
              <a:rPr lang="en-US" sz="1800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Headline</a:t>
            </a:r>
            <a:endParaRPr lang="en-US" sz="1000" b="1" spc="-25">
              <a:solidFill>
                <a:schemeClr val="accent1"/>
              </a:solidFill>
              <a:latin typeface="Pfizer Tomorrow" panose="02010503040201060303" pitchFamily="2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260B76-177A-E342-5136-74E27EB1549B}"/>
              </a:ext>
            </a:extLst>
          </p:cNvPr>
          <p:cNvSpPr txBox="1"/>
          <p:nvPr/>
        </p:nvSpPr>
        <p:spPr>
          <a:xfrm>
            <a:off x="9474302" y="1533214"/>
            <a:ext cx="2098535" cy="707856"/>
          </a:xfrm>
          <a:prstGeom prst="rect">
            <a:avLst/>
          </a:prstGeom>
          <a:noFill/>
        </p:spPr>
        <p:txBody>
          <a:bodyPr wrap="square" lIns="137142" tIns="228570">
            <a:spAutoFit/>
          </a:bodyPr>
          <a:lstStyle/>
          <a:p>
            <a:r>
              <a:rPr lang="en-US" sz="1000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05</a:t>
            </a:r>
          </a:p>
          <a:p>
            <a:r>
              <a:rPr lang="en-US" sz="1800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Headline</a:t>
            </a:r>
            <a:endParaRPr lang="en-US" sz="1000" b="1" spc="-25">
              <a:solidFill>
                <a:schemeClr val="accent1"/>
              </a:solidFill>
              <a:latin typeface="Pfizer Tomorrow" panose="02010503040201060303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E320D-CFAB-0313-39DB-04DD467774D4}"/>
              </a:ext>
            </a:extLst>
          </p:cNvPr>
          <p:cNvSpPr txBox="1">
            <a:spLocks/>
          </p:cNvSpPr>
          <p:nvPr/>
        </p:nvSpPr>
        <p:spPr>
          <a:xfrm>
            <a:off x="614625" y="648063"/>
            <a:ext cx="4109954" cy="35907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799"/>
              </a:lnSpc>
            </a:pPr>
            <a:r>
              <a:rPr lang="en-US" sz="2699" b="1" spc="-25">
                <a:solidFill>
                  <a:schemeClr val="accent1"/>
                </a:solidFill>
                <a:latin typeface="Pfizer Tomorrow" panose="02010503040201060303" pitchFamily="2" charset="77"/>
              </a:rPr>
              <a:t>Summary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6BE13DC7-A956-C19A-05C4-9358B78207E3}"/>
              </a:ext>
            </a:extLst>
          </p:cNvPr>
          <p:cNvSpPr txBox="1"/>
          <p:nvPr/>
        </p:nvSpPr>
        <p:spPr>
          <a:xfrm>
            <a:off x="748993" y="2436596"/>
            <a:ext cx="1622425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consectetur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tempor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lang="en-US"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labore.</a:t>
            </a:r>
            <a:endParaRPr sz="16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0E89731E-E630-CDAE-8BBB-5F26B70C8021}"/>
              </a:ext>
            </a:extLst>
          </p:cNvPr>
          <p:cNvSpPr txBox="1"/>
          <p:nvPr/>
        </p:nvSpPr>
        <p:spPr>
          <a:xfrm>
            <a:off x="2977552" y="2436596"/>
            <a:ext cx="1622425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consectetur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tempor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lang="en-US"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labore.</a:t>
            </a:r>
            <a:endParaRPr sz="16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AD1F2184-C680-E4A4-AA85-EEA24F8E1D98}"/>
              </a:ext>
            </a:extLst>
          </p:cNvPr>
          <p:cNvSpPr txBox="1"/>
          <p:nvPr/>
        </p:nvSpPr>
        <p:spPr>
          <a:xfrm>
            <a:off x="5191827" y="2436596"/>
            <a:ext cx="1622425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consectetur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tempor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lang="en-US"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labore.</a:t>
            </a:r>
            <a:endParaRPr sz="16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533A2F87-3581-462F-8B1A-8E88765D890F}"/>
              </a:ext>
            </a:extLst>
          </p:cNvPr>
          <p:cNvSpPr txBox="1"/>
          <p:nvPr/>
        </p:nvSpPr>
        <p:spPr>
          <a:xfrm>
            <a:off x="7406101" y="2436596"/>
            <a:ext cx="1622425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consectetur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tempor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lang="en-US"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labore.</a:t>
            </a:r>
            <a:endParaRPr sz="16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2977DA16-4905-7557-4CF7-46FED03D1734}"/>
              </a:ext>
            </a:extLst>
          </p:cNvPr>
          <p:cNvSpPr txBox="1"/>
          <p:nvPr/>
        </p:nvSpPr>
        <p:spPr>
          <a:xfrm>
            <a:off x="9620375" y="2436596"/>
            <a:ext cx="1622425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1170137">
              <a:defRPr sz="1900">
                <a:solidFill>
                  <a:srgbClr val="041E42"/>
                </a:solidFill>
                <a:latin typeface="Bogle Regular"/>
                <a:ea typeface="Bogle Regular"/>
                <a:cs typeface="Bogle Regular"/>
                <a:sym typeface="Bogle Regular"/>
              </a:defRPr>
            </a:pP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Lorem ipsum dolor sit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amet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consectetur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adipiscing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elit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, sed do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eiusmod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tempor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incididunt</a:t>
            </a:r>
            <a:r>
              <a:rPr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</a:t>
            </a:r>
            <a:r>
              <a:rPr sz="1600" err="1">
                <a:solidFill>
                  <a:srgbClr val="02005E"/>
                </a:solidFill>
                <a:latin typeface="Pfizer Diatype Office" panose="020B0504040202060203" pitchFamily="34" charset="77"/>
              </a:rPr>
              <a:t>ut</a:t>
            </a:r>
            <a:r>
              <a:rPr lang="en-US" sz="1600">
                <a:solidFill>
                  <a:srgbClr val="02005E"/>
                </a:solidFill>
                <a:latin typeface="Pfizer Diatype Office" panose="020B0504040202060203" pitchFamily="34" charset="77"/>
              </a:rPr>
              <a:t> labore.</a:t>
            </a:r>
            <a:endParaRPr sz="1600">
              <a:solidFill>
                <a:srgbClr val="02005E"/>
              </a:solidFill>
              <a:latin typeface="Pfizer Diatype Office" panose="020B050404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78226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B2435FB-8144-93FB-4A83-EDFFE64B83F4}"/>
              </a:ext>
            </a:extLst>
          </p:cNvPr>
          <p:cNvSpPr txBox="1">
            <a:spLocks/>
          </p:cNvSpPr>
          <p:nvPr/>
        </p:nvSpPr>
        <p:spPr>
          <a:xfrm>
            <a:off x="591268" y="609967"/>
            <a:ext cx="10514231" cy="121828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9498"/>
              </a:lnSpc>
            </a:pPr>
            <a:r>
              <a:rPr lang="en-US" sz="9648" b="1" spc="-50">
                <a:solidFill>
                  <a:schemeClr val="bg1"/>
                </a:solidFill>
                <a:latin typeface="Pfizer Tomorrow" panose="02010503040201060303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5736985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Pfizer Color Theme">
      <a:dk1>
        <a:srgbClr val="000000"/>
      </a:dk1>
      <a:lt1>
        <a:srgbClr val="FFFFFF"/>
      </a:lt1>
      <a:dk2>
        <a:srgbClr val="000067"/>
      </a:dk2>
      <a:lt2>
        <a:srgbClr val="E0E0E0"/>
      </a:lt2>
      <a:accent1>
        <a:srgbClr val="0000C9"/>
      </a:accent1>
      <a:accent2>
        <a:srgbClr val="0095FF"/>
      </a:accent2>
      <a:accent3>
        <a:srgbClr val="AEE3FF"/>
      </a:accent3>
      <a:accent4>
        <a:srgbClr val="68D1FF"/>
      </a:accent4>
      <a:accent5>
        <a:srgbClr val="00B7A5"/>
      </a:accent5>
      <a:accent6>
        <a:srgbClr val="A68AFF"/>
      </a:accent6>
      <a:hlink>
        <a:srgbClr val="0095FF"/>
      </a:hlink>
      <a:folHlink>
        <a:srgbClr val="0000C9"/>
      </a:folHlink>
    </a:clrScheme>
    <a:fontScheme name="Pfizer Fonts">
      <a:majorFont>
        <a:latin typeface="Pfizer Tomorrow"/>
        <a:ea typeface=""/>
        <a:cs typeface=""/>
      </a:majorFont>
      <a:minorFont>
        <a:latin typeface="Pfizer Diatype Offic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6" id="{DF5372C5-C416-49A9-9B36-2FE30CE27ED6}" vid="{8AA6DC53-EA20-415D-AAE0-DB869C939879}"/>
    </a:ext>
  </a:extLst>
</a:theme>
</file>

<file path=ppt/theme/theme2.xml><?xml version="1.0" encoding="utf-8"?>
<a:theme xmlns:a="http://schemas.openxmlformats.org/drawingml/2006/main" name="SECTION BREAKERS">
  <a:themeElements>
    <a:clrScheme name="Pfizer Color Theme">
      <a:dk1>
        <a:srgbClr val="000000"/>
      </a:dk1>
      <a:lt1>
        <a:srgbClr val="FFFFFF"/>
      </a:lt1>
      <a:dk2>
        <a:srgbClr val="000067"/>
      </a:dk2>
      <a:lt2>
        <a:srgbClr val="E0E0E0"/>
      </a:lt2>
      <a:accent1>
        <a:srgbClr val="0000C9"/>
      </a:accent1>
      <a:accent2>
        <a:srgbClr val="0095FF"/>
      </a:accent2>
      <a:accent3>
        <a:srgbClr val="AEE3FF"/>
      </a:accent3>
      <a:accent4>
        <a:srgbClr val="68D1FF"/>
      </a:accent4>
      <a:accent5>
        <a:srgbClr val="00B7A5"/>
      </a:accent5>
      <a:accent6>
        <a:srgbClr val="A68AFF"/>
      </a:accent6>
      <a:hlink>
        <a:srgbClr val="0095FF"/>
      </a:hlink>
      <a:folHlink>
        <a:srgbClr val="0000C9"/>
      </a:folHlink>
    </a:clrScheme>
    <a:fontScheme name="Pfizer Fonts">
      <a:majorFont>
        <a:latin typeface="Pfizer Tomorrow"/>
        <a:ea typeface=""/>
        <a:cs typeface=""/>
      </a:majorFont>
      <a:minorFont>
        <a:latin typeface="Pfizer Diatype Offic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6" id="{DF5372C5-C416-49A9-9B36-2FE30CE27ED6}" vid="{EC97EF02-AE75-4737-A359-CF4AF465CF04}"/>
    </a:ext>
  </a:extLst>
</a:theme>
</file>

<file path=ppt/theme/theme3.xml><?xml version="1.0" encoding="utf-8"?>
<a:theme xmlns:a="http://schemas.openxmlformats.org/drawingml/2006/main" name="TEXT">
  <a:themeElements>
    <a:clrScheme name="Pfizer Color Theme">
      <a:dk1>
        <a:srgbClr val="000000"/>
      </a:dk1>
      <a:lt1>
        <a:srgbClr val="FFFFFF"/>
      </a:lt1>
      <a:dk2>
        <a:srgbClr val="000067"/>
      </a:dk2>
      <a:lt2>
        <a:srgbClr val="E0E0E0"/>
      </a:lt2>
      <a:accent1>
        <a:srgbClr val="0000C9"/>
      </a:accent1>
      <a:accent2>
        <a:srgbClr val="0095FF"/>
      </a:accent2>
      <a:accent3>
        <a:srgbClr val="AEE3FF"/>
      </a:accent3>
      <a:accent4>
        <a:srgbClr val="68D1FF"/>
      </a:accent4>
      <a:accent5>
        <a:srgbClr val="00B7A5"/>
      </a:accent5>
      <a:accent6>
        <a:srgbClr val="A68AFF"/>
      </a:accent6>
      <a:hlink>
        <a:srgbClr val="0095FF"/>
      </a:hlink>
      <a:folHlink>
        <a:srgbClr val="0000C9"/>
      </a:folHlink>
    </a:clrScheme>
    <a:fontScheme name="Pfizer Fonts">
      <a:majorFont>
        <a:latin typeface="Pfizer Tomorrow"/>
        <a:ea typeface=""/>
        <a:cs typeface=""/>
      </a:majorFont>
      <a:minorFont>
        <a:latin typeface="Pfizer Diatype Offic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6" id="{DF5372C5-C416-49A9-9B36-2FE30CE27ED6}" vid="{7006FA5D-3D62-4B3F-AA30-AE4FC326C085}"/>
    </a:ext>
  </a:extLst>
</a:theme>
</file>

<file path=ppt/theme/theme4.xml><?xml version="1.0" encoding="utf-8"?>
<a:theme xmlns:a="http://schemas.openxmlformats.org/drawingml/2006/main" name="CHARTS AND OVERVIEWS">
  <a:themeElements>
    <a:clrScheme name="Pfizer Color Theme">
      <a:dk1>
        <a:srgbClr val="000000"/>
      </a:dk1>
      <a:lt1>
        <a:srgbClr val="FFFFFF"/>
      </a:lt1>
      <a:dk2>
        <a:srgbClr val="000067"/>
      </a:dk2>
      <a:lt2>
        <a:srgbClr val="E0E0E0"/>
      </a:lt2>
      <a:accent1>
        <a:srgbClr val="0000C9"/>
      </a:accent1>
      <a:accent2>
        <a:srgbClr val="0095FF"/>
      </a:accent2>
      <a:accent3>
        <a:srgbClr val="AEE3FF"/>
      </a:accent3>
      <a:accent4>
        <a:srgbClr val="68D1FF"/>
      </a:accent4>
      <a:accent5>
        <a:srgbClr val="00B7A5"/>
      </a:accent5>
      <a:accent6>
        <a:srgbClr val="A68AFF"/>
      </a:accent6>
      <a:hlink>
        <a:srgbClr val="0095FF"/>
      </a:hlink>
      <a:folHlink>
        <a:srgbClr val="0000C9"/>
      </a:folHlink>
    </a:clrScheme>
    <a:fontScheme name="Pfizer Fonts">
      <a:majorFont>
        <a:latin typeface="Pfizer Tomorrow"/>
        <a:ea typeface=""/>
        <a:cs typeface=""/>
      </a:majorFont>
      <a:minorFont>
        <a:latin typeface="Pfizer Diatype Offic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6" id="{DF5372C5-C416-49A9-9B36-2FE30CE27ED6}" vid="{A843794D-0006-4820-B1C6-7DBF644471C2}"/>
    </a:ext>
  </a:extLst>
</a:theme>
</file>

<file path=ppt/theme/theme5.xml><?xml version="1.0" encoding="utf-8"?>
<a:theme xmlns:a="http://schemas.openxmlformats.org/drawingml/2006/main" name="QUOTES">
  <a:themeElements>
    <a:clrScheme name="Pfizer Color Theme">
      <a:dk1>
        <a:srgbClr val="000000"/>
      </a:dk1>
      <a:lt1>
        <a:srgbClr val="FFFFFF"/>
      </a:lt1>
      <a:dk2>
        <a:srgbClr val="000067"/>
      </a:dk2>
      <a:lt2>
        <a:srgbClr val="E0E0E0"/>
      </a:lt2>
      <a:accent1>
        <a:srgbClr val="0000C9"/>
      </a:accent1>
      <a:accent2>
        <a:srgbClr val="0095FF"/>
      </a:accent2>
      <a:accent3>
        <a:srgbClr val="AEE3FF"/>
      </a:accent3>
      <a:accent4>
        <a:srgbClr val="68D1FF"/>
      </a:accent4>
      <a:accent5>
        <a:srgbClr val="00B7A5"/>
      </a:accent5>
      <a:accent6>
        <a:srgbClr val="A68AFF"/>
      </a:accent6>
      <a:hlink>
        <a:srgbClr val="0095FF"/>
      </a:hlink>
      <a:folHlink>
        <a:srgbClr val="0000C9"/>
      </a:folHlink>
    </a:clrScheme>
    <a:fontScheme name="Pfizer Fonts">
      <a:majorFont>
        <a:latin typeface="Pfizer Tomorrow"/>
        <a:ea typeface=""/>
        <a:cs typeface=""/>
      </a:majorFont>
      <a:minorFont>
        <a:latin typeface="Pfizer Diatype Offic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6" id="{DF5372C5-C416-49A9-9B36-2FE30CE27ED6}" vid="{E88000F0-8E57-4857-A9E0-6F5AD4EE123F}"/>
    </a:ext>
  </a:extLst>
</a:theme>
</file>

<file path=ppt/theme/theme6.xml><?xml version="1.0" encoding="utf-8"?>
<a:theme xmlns:a="http://schemas.openxmlformats.org/drawingml/2006/main" name="TEXT WITH IMAGES">
  <a:themeElements>
    <a:clrScheme name="Pfizer Color Theme">
      <a:dk1>
        <a:srgbClr val="000000"/>
      </a:dk1>
      <a:lt1>
        <a:srgbClr val="FFFFFF"/>
      </a:lt1>
      <a:dk2>
        <a:srgbClr val="000067"/>
      </a:dk2>
      <a:lt2>
        <a:srgbClr val="E0E0E0"/>
      </a:lt2>
      <a:accent1>
        <a:srgbClr val="0000C9"/>
      </a:accent1>
      <a:accent2>
        <a:srgbClr val="0095FF"/>
      </a:accent2>
      <a:accent3>
        <a:srgbClr val="AEE3FF"/>
      </a:accent3>
      <a:accent4>
        <a:srgbClr val="68D1FF"/>
      </a:accent4>
      <a:accent5>
        <a:srgbClr val="00B7A5"/>
      </a:accent5>
      <a:accent6>
        <a:srgbClr val="A68AFF"/>
      </a:accent6>
      <a:hlink>
        <a:srgbClr val="0095FF"/>
      </a:hlink>
      <a:folHlink>
        <a:srgbClr val="0000C9"/>
      </a:folHlink>
    </a:clrScheme>
    <a:fontScheme name="Pfizer Fonts">
      <a:majorFont>
        <a:latin typeface="Pfizer Tomorrow"/>
        <a:ea typeface=""/>
        <a:cs typeface=""/>
      </a:majorFont>
      <a:minorFont>
        <a:latin typeface="Pfizer Diatype Offic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6" id="{DF5372C5-C416-49A9-9B36-2FE30CE27ED6}" vid="{56932B68-B330-424B-97F7-79CC3514CE67}"/>
    </a:ext>
  </a:extLst>
</a:theme>
</file>

<file path=ppt/theme/theme7.xml><?xml version="1.0" encoding="utf-8"?>
<a:theme xmlns:a="http://schemas.openxmlformats.org/drawingml/2006/main" name="BLANK SLIDES">
  <a:themeElements>
    <a:clrScheme name="Pfizer Color Theme">
      <a:dk1>
        <a:srgbClr val="000000"/>
      </a:dk1>
      <a:lt1>
        <a:srgbClr val="FFFFFF"/>
      </a:lt1>
      <a:dk2>
        <a:srgbClr val="000067"/>
      </a:dk2>
      <a:lt2>
        <a:srgbClr val="E0E0E0"/>
      </a:lt2>
      <a:accent1>
        <a:srgbClr val="0000C9"/>
      </a:accent1>
      <a:accent2>
        <a:srgbClr val="0095FF"/>
      </a:accent2>
      <a:accent3>
        <a:srgbClr val="AEE3FF"/>
      </a:accent3>
      <a:accent4>
        <a:srgbClr val="68D1FF"/>
      </a:accent4>
      <a:accent5>
        <a:srgbClr val="00B7A5"/>
      </a:accent5>
      <a:accent6>
        <a:srgbClr val="A68AFF"/>
      </a:accent6>
      <a:hlink>
        <a:srgbClr val="0095FF"/>
      </a:hlink>
      <a:folHlink>
        <a:srgbClr val="0000C9"/>
      </a:folHlink>
    </a:clrScheme>
    <a:fontScheme name="Pfizer Fonts">
      <a:majorFont>
        <a:latin typeface="Pfizer Tomorrow"/>
        <a:ea typeface=""/>
        <a:cs typeface=""/>
      </a:majorFont>
      <a:minorFont>
        <a:latin typeface="Pfizer Diatype Offic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6" id="{DF5372C5-C416-49A9-9B36-2FE30CE27ED6}" vid="{3D84A5A1-BD4E-44B4-B171-969ADF38E24B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1F5579DE1093498DEAF432EB72CDFF" ma:contentTypeVersion="4" ma:contentTypeDescription="Create a new document." ma:contentTypeScope="" ma:versionID="c433083ce2d7c8732b3c2ce1d6f3521a">
  <xsd:schema xmlns:xsd="http://www.w3.org/2001/XMLSchema" xmlns:xs="http://www.w3.org/2001/XMLSchema" xmlns:p="http://schemas.microsoft.com/office/2006/metadata/properties" xmlns:ns2="eb0cf17e-0ef3-4029-a1a7-cbeb8afa48ca" targetNamespace="http://schemas.microsoft.com/office/2006/metadata/properties" ma:root="true" ma:fieldsID="6ca252b6513ef2f0ac90872f53541b33" ns2:_="">
    <xsd:import namespace="eb0cf17e-0ef3-4029-a1a7-cbeb8afa48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0cf17e-0ef3-4029-a1a7-cbeb8afa48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799C3B-C056-41E9-BF47-6896239341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FFD6E7-9D65-4715-BB60-B800078B06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0cf17e-0ef3-4029-a1a7-cbeb8afa48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F690739-7107-4B75-8A25-D0949D1F1B31}">
  <ds:schemaRefs>
    <ds:schemaRef ds:uri="7a1af199-fb35-42da-bd81-c1a192cbf1c8"/>
    <ds:schemaRef ds:uri="953a2bde-318d-4fb7-8ab5-7c681ea549a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339ba918-2e0a-4f95-8339-610e90008372"/>
    <ds:schemaRef ds:uri="f735d366-c69a-43a6-9d68-427b4040bb7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Standard_Template_16x9_06.25.2024</Template>
  <TotalTime>0</TotalTime>
  <Words>747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Pfizer Diatype Office Light</vt:lpstr>
      <vt:lpstr>Pfizer Diatype Office</vt:lpstr>
      <vt:lpstr>Pfizer Tomorrow</vt:lpstr>
      <vt:lpstr>Pfizer Diatype</vt:lpstr>
      <vt:lpstr>Arial</vt:lpstr>
      <vt:lpstr>COVER</vt:lpstr>
      <vt:lpstr>SECTION BREAKERS</vt:lpstr>
      <vt:lpstr>TEXT</vt:lpstr>
      <vt:lpstr>CHARTS AND OVERVIEWS</vt:lpstr>
      <vt:lpstr>QUOTES</vt:lpstr>
      <vt:lpstr>TEXT WITH IMAGES</vt:lpstr>
      <vt:lpstr>BLANK SLIDES</vt:lpstr>
      <vt:lpstr>Presentation  Title Here </vt:lpstr>
      <vt:lpstr>Section Title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Szilcz, Mate (Contractor)</dc:creator>
  <cp:lastModifiedBy>Szilcz, Mate (Contractor)</cp:lastModifiedBy>
  <cp:revision>1</cp:revision>
  <dcterms:created xsi:type="dcterms:W3CDTF">2026-04-24T10:00:01Z</dcterms:created>
  <dcterms:modified xsi:type="dcterms:W3CDTF">2026-04-24T10:00:45Z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0x0101005F1F5579DE1093498DEAF432EB72CDFF</vt:lpwstr>
  </property>
  <property fmtid="{D5CDD505-2E9C-101B-9397-08002B2CF9AE}" pid="3" name="MediaServiceImageTags">
    <vt:lpwstr/>
  </property>
  <property fmtid="{D5CDD505-2E9C-101B-9397-08002B2CF9AE}" pid="4" name="MSIP_Label_4791b42f-c435-42ca-9531-75a3f42aae3d_Enabled">
    <vt:lpwstr>true</vt:lpwstr>
  </property>
  <property fmtid="{D5CDD505-2E9C-101B-9397-08002B2CF9AE}" pid="5" name="MSIP_Label_4791b42f-c435-42ca-9531-75a3f42aae3d_SetDate">
    <vt:lpwstr>2024-05-14T22:44:06Z</vt:lpwstr>
  </property>
  <property fmtid="{D5CDD505-2E9C-101B-9397-08002B2CF9AE}" pid="6" name="MSIP_Label_4791b42f-c435-42ca-9531-75a3f42aae3d_Method">
    <vt:lpwstr>Privileged</vt:lpwstr>
  </property>
  <property fmtid="{D5CDD505-2E9C-101B-9397-08002B2CF9AE}" pid="7" name="MSIP_Label_4791b42f-c435-42ca-9531-75a3f42aae3d_Name">
    <vt:lpwstr>4791b42f-c435-42ca-9531-75a3f42aae3d</vt:lpwstr>
  </property>
  <property fmtid="{D5CDD505-2E9C-101B-9397-08002B2CF9AE}" pid="8" name="MSIP_Label_4791b42f-c435-42ca-9531-75a3f42aae3d_SiteId">
    <vt:lpwstr>7a916015-20ae-4ad1-9170-eefd915e9272</vt:lpwstr>
  </property>
  <property fmtid="{D5CDD505-2E9C-101B-9397-08002B2CF9AE}" pid="9" name="MSIP_Label_4791b42f-c435-42ca-9531-75a3f42aae3d_ActionId">
    <vt:lpwstr>0e1da4b7-eb98-4b14-aa0a-0dcf77dcc0bd</vt:lpwstr>
  </property>
  <property fmtid="{D5CDD505-2E9C-101B-9397-08002B2CF9AE}" pid="10" name="MSIP_Label_4791b42f-c435-42ca-9531-75a3f42aae3d_ContentBits">
    <vt:lpwstr>0</vt:lpwstr>
  </property>
</Properties>
</file>